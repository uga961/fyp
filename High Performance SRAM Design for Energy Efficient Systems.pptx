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60843"/>
            <a:ext cx="7772400" cy="1470025"/>
          </a:xfrm>
        </p:spPr>
        <p:txBody>
          <a:bodyPr/>
          <a:lstStyle/>
          <a:p>
            <a:r>
              <a:rPr dirty="0"/>
              <a:t>High Performance SRAM Design for Energy Efficient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031796"/>
            <a:ext cx="8559210" cy="3196487"/>
          </a:xfrm>
        </p:spPr>
        <p:txBody>
          <a:bodyPr>
            <a:normAutofit/>
          </a:bodyPr>
          <a:lstStyle/>
          <a:p>
            <a:pPr algn="l"/>
            <a:r>
              <a:rPr sz="2400" dirty="0">
                <a:solidFill>
                  <a:schemeClr val="tx1"/>
                </a:solidFill>
              </a:rPr>
              <a:t>Team Members:</a:t>
            </a:r>
            <a:endParaRPr lang="en-US" sz="2400" dirty="0">
              <a:solidFill>
                <a:schemeClr val="tx1"/>
              </a:solidFill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1. </a:t>
            </a:r>
            <a:r>
              <a:rPr lang="en-US" sz="2400" dirty="0" err="1">
                <a:solidFill>
                  <a:schemeClr val="tx1"/>
                </a:solidFill>
              </a:rPr>
              <a:t>Naralasetti</a:t>
            </a:r>
            <a:r>
              <a:rPr lang="en-US" sz="2400" dirty="0">
                <a:solidFill>
                  <a:schemeClr val="tx1"/>
                </a:solidFill>
              </a:rPr>
              <a:t> Umesh Surya Kian (42130311)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2. Vaddi </a:t>
            </a:r>
            <a:r>
              <a:rPr lang="en-US" sz="2400" dirty="0" err="1">
                <a:solidFill>
                  <a:schemeClr val="tx1"/>
                </a:solidFill>
              </a:rPr>
              <a:t>Ugandhar</a:t>
            </a:r>
            <a:r>
              <a:rPr lang="en-US" sz="2400" dirty="0">
                <a:solidFill>
                  <a:schemeClr val="tx1"/>
                </a:solidFill>
              </a:rPr>
              <a:t> (42130516)</a:t>
            </a:r>
          </a:p>
          <a:p>
            <a:pPr algn="l"/>
            <a:endParaRPr sz="2400" dirty="0">
              <a:solidFill>
                <a:schemeClr val="tx1"/>
              </a:solidFill>
            </a:endParaRPr>
          </a:p>
          <a:p>
            <a:pPr algn="l"/>
            <a:r>
              <a:rPr sz="2400" dirty="0">
                <a:solidFill>
                  <a:schemeClr val="tx1"/>
                </a:solidFill>
              </a:rPr>
              <a:t>Project Guide</a:t>
            </a:r>
            <a:r>
              <a:rPr lang="en-US" sz="2400" dirty="0">
                <a:solidFill>
                  <a:schemeClr val="tx1"/>
                </a:solidFill>
              </a:rPr>
              <a:t>: Dr. T. Ravi</a:t>
            </a:r>
            <a:endParaRPr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&amp; Alignment with SDG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- Design a high-performance 7T SRAM with enhanced read margin and energy efficiency.</a:t>
            </a:r>
          </a:p>
          <a:p>
            <a:r>
              <a:t>Aligned SDG:</a:t>
            </a:r>
            <a:br/>
            <a:r>
              <a:t>- SDG 7 – Affordable and Clean Energy: Promotes efficient memory design for low-power electronics.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Importance of This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SRAM is critical in SoCs, consuming significant power.</a:t>
            </a:r>
          </a:p>
          <a:p>
            <a:r>
              <a:t>- Traditional 6T SRAM is unstable at low voltages.</a:t>
            </a:r>
          </a:p>
          <a:p>
            <a:r>
              <a:t>- Portable and IoT devices require voltage-scalable memory.</a:t>
            </a:r>
          </a:p>
          <a:p>
            <a:r>
              <a:t>- Need for low-leakage, energy-efficient memory cells.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Existing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- </a:t>
            </a:r>
            <a:r>
              <a:rPr dirty="0"/>
              <a:t>Existing SRAMs suffer from:</a:t>
            </a:r>
          </a:p>
          <a:p>
            <a:pPr marL="0" indent="0">
              <a:buNone/>
            </a:pPr>
            <a:r>
              <a:rPr dirty="0"/>
              <a:t>  • Read instability at low voltages</a:t>
            </a:r>
          </a:p>
          <a:p>
            <a:pPr marL="0" indent="0">
              <a:buNone/>
            </a:pPr>
            <a:r>
              <a:rPr dirty="0"/>
              <a:t>  • High leakage currents</a:t>
            </a:r>
          </a:p>
          <a:p>
            <a:pPr marL="0" indent="0">
              <a:buNone/>
            </a:pPr>
            <a:r>
              <a:rPr dirty="0"/>
              <a:t>  • Area and power overhead with assist circuits</a:t>
            </a:r>
          </a:p>
          <a:p>
            <a:pPr marL="0" indent="0">
              <a:buNone/>
            </a:pPr>
            <a:r>
              <a:rPr dirty="0"/>
              <a:t>-</a:t>
            </a:r>
            <a:r>
              <a:rPr lang="en-IN" dirty="0"/>
              <a:t> </a:t>
            </a:r>
            <a:r>
              <a:rPr dirty="0"/>
              <a:t>Goal: Reduce power while maintaining robust performance over wide voltage range.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(Recent Papers)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Xi Deng et al., 2024 (IEEE): 7T SRAM with DTBATG and low </a:t>
            </a:r>
            <a:r>
              <a:rPr dirty="0" err="1"/>
              <a:t>Vmin</a:t>
            </a:r>
            <a:r>
              <a:rPr dirty="0"/>
              <a:t> (0.35V)</a:t>
            </a:r>
          </a:p>
          <a:p>
            <a:pPr marL="0" indent="0">
              <a:buNone/>
            </a:pPr>
            <a:r>
              <a:rPr dirty="0"/>
              <a:t>- A.-T. Do et al., 2015 (ISCAS): 9T SRAM with PVT-tracking</a:t>
            </a:r>
          </a:p>
          <a:p>
            <a:pPr marL="0" indent="0">
              <a:buNone/>
            </a:pPr>
            <a:r>
              <a:rPr dirty="0"/>
              <a:t>- Siddiqui et al., 2019 (ISCAS): 10T SRAM with large-signal sensing</a:t>
            </a:r>
          </a:p>
          <a:p>
            <a:pPr marL="0" indent="0">
              <a:buNone/>
            </a:pPr>
            <a:r>
              <a:rPr dirty="0"/>
              <a:t>- Pal &amp; Islam, 2016 (IEEE TCAD): Subthreshold 8T SRAM for IoT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- 7T SRAM cell with decoupled read port</a:t>
            </a:r>
          </a:p>
          <a:p>
            <a:pPr marL="0" indent="0">
              <a:buNone/>
            </a:pPr>
            <a:r>
              <a:rPr dirty="0"/>
              <a:t>- No assist techniques required</a:t>
            </a:r>
          </a:p>
          <a:p>
            <a:pPr marL="0" indent="0">
              <a:buNone/>
            </a:pPr>
            <a:r>
              <a:rPr dirty="0"/>
              <a:t>- Uses DTBATG for adaptive pulse control</a:t>
            </a:r>
          </a:p>
          <a:p>
            <a:pPr marL="0" indent="0">
              <a:buNone/>
            </a:pPr>
            <a:r>
              <a:rPr dirty="0"/>
              <a:t>- Enhanced read margin and power savings</a:t>
            </a:r>
            <a:br>
              <a:rPr dirty="0"/>
            </a:br>
            <a:r>
              <a:rPr dirty="0"/>
              <a:t>- Voltage range: 0.35V to 1.2V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279</Words>
  <Application>Microsoft Office PowerPoint</Application>
  <PresentationFormat>On-screen Show (4:3)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High Performance SRAM Design for Energy Efficient Systems</vt:lpstr>
      <vt:lpstr>Objective &amp; Alignment with SDG</vt:lpstr>
      <vt:lpstr>Background &amp; Importance of This Area</vt:lpstr>
      <vt:lpstr>Problem Statement &amp; Existing Issues</vt:lpstr>
      <vt:lpstr>Literature Review (Recent Papers)</vt:lpstr>
      <vt:lpstr>Proposed Methodology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Ugandhar Vaddi</cp:lastModifiedBy>
  <cp:revision>5</cp:revision>
  <dcterms:created xsi:type="dcterms:W3CDTF">2013-01-27T09:14:16Z</dcterms:created>
  <dcterms:modified xsi:type="dcterms:W3CDTF">2025-07-04T05:24:58Z</dcterms:modified>
  <cp:category/>
</cp:coreProperties>
</file>