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1" r:id="rId9"/>
    <p:sldId id="262" r:id="rId10"/>
    <p:sldId id="263" r:id="rId11"/>
    <p:sldId id="264" r:id="rId12"/>
    <p:sldId id="265" r:id="rId13"/>
    <p:sldId id="272" r:id="rId14"/>
    <p:sldId id="273" r:id="rId15"/>
    <p:sldId id="275" r:id="rId16"/>
    <p:sldId id="274" r:id="rId17"/>
    <p:sldId id="276" r:id="rId18"/>
    <p:sldId id="277" r:id="rId19"/>
    <p:sldId id="266" r:id="rId20"/>
    <p:sldId id="267" r:id="rId21"/>
    <p:sldId id="26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23063-ACCE-4709-9166-242A5F4B7038}" type="doc">
      <dgm:prSet loTypeId="urn:microsoft.com/office/officeart/2005/8/layout/cycle3" loCatId="cycle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F6ABDA-9921-466B-BEF7-1095BA54FA81}">
      <dgm:prSet/>
      <dgm:spPr/>
      <dgm:t>
        <a:bodyPr/>
        <a:lstStyle/>
        <a:p>
          <a:r>
            <a:rPr lang="en-US"/>
            <a:t>• Introduction</a:t>
          </a:r>
        </a:p>
      </dgm:t>
    </dgm:pt>
    <dgm:pt modelId="{D2B54AFA-DF51-4DFB-AA84-408AE0ED37DB}" type="parTrans" cxnId="{985C6E42-9035-48F3-AAF2-201B4F5E9F11}">
      <dgm:prSet/>
      <dgm:spPr/>
      <dgm:t>
        <a:bodyPr/>
        <a:lstStyle/>
        <a:p>
          <a:endParaRPr lang="en-US"/>
        </a:p>
      </dgm:t>
    </dgm:pt>
    <dgm:pt modelId="{515BC863-8560-47A5-8DA5-5736E7A19980}" type="sibTrans" cxnId="{985C6E42-9035-48F3-AAF2-201B4F5E9F11}">
      <dgm:prSet/>
      <dgm:spPr/>
      <dgm:t>
        <a:bodyPr/>
        <a:lstStyle/>
        <a:p>
          <a:endParaRPr lang="en-US"/>
        </a:p>
      </dgm:t>
    </dgm:pt>
    <dgm:pt modelId="{7DD46A86-FB79-4237-8A8E-636E90AABA59}">
      <dgm:prSet/>
      <dgm:spPr/>
      <dgm:t>
        <a:bodyPr/>
        <a:lstStyle/>
        <a:p>
          <a:r>
            <a:rPr lang="en-US"/>
            <a:t>• Workflow</a:t>
          </a:r>
        </a:p>
      </dgm:t>
    </dgm:pt>
    <dgm:pt modelId="{2CF859D2-A261-4E59-AC8A-7E9DF002DCA9}" type="parTrans" cxnId="{18322E5D-0F94-426F-91CF-C7279896E528}">
      <dgm:prSet/>
      <dgm:spPr/>
      <dgm:t>
        <a:bodyPr/>
        <a:lstStyle/>
        <a:p>
          <a:endParaRPr lang="en-US"/>
        </a:p>
      </dgm:t>
    </dgm:pt>
    <dgm:pt modelId="{7E52030D-0016-47A8-ACAA-D96A5616824D}" type="sibTrans" cxnId="{18322E5D-0F94-426F-91CF-C7279896E528}">
      <dgm:prSet/>
      <dgm:spPr/>
      <dgm:t>
        <a:bodyPr/>
        <a:lstStyle/>
        <a:p>
          <a:endParaRPr lang="en-US"/>
        </a:p>
      </dgm:t>
    </dgm:pt>
    <dgm:pt modelId="{8C8D8982-55BE-4330-BDA5-A15971B4551B}">
      <dgm:prSet/>
      <dgm:spPr/>
      <dgm:t>
        <a:bodyPr/>
        <a:lstStyle/>
        <a:p>
          <a:r>
            <a:rPr lang="en-US"/>
            <a:t>• Literature Survey</a:t>
          </a:r>
        </a:p>
      </dgm:t>
    </dgm:pt>
    <dgm:pt modelId="{2E16392D-F63A-469F-86C0-BB6F64276F07}" type="parTrans" cxnId="{8A247A40-5073-4CBB-BF26-46456A6AD604}">
      <dgm:prSet/>
      <dgm:spPr/>
      <dgm:t>
        <a:bodyPr/>
        <a:lstStyle/>
        <a:p>
          <a:endParaRPr lang="en-US"/>
        </a:p>
      </dgm:t>
    </dgm:pt>
    <dgm:pt modelId="{DE1F2379-B241-4FB5-B255-B9ADBC5448AC}" type="sibTrans" cxnId="{8A247A40-5073-4CBB-BF26-46456A6AD604}">
      <dgm:prSet/>
      <dgm:spPr/>
      <dgm:t>
        <a:bodyPr/>
        <a:lstStyle/>
        <a:p>
          <a:endParaRPr lang="en-US"/>
        </a:p>
      </dgm:t>
    </dgm:pt>
    <dgm:pt modelId="{536F1F64-03A4-4528-BEF2-61AD1B806CFB}">
      <dgm:prSet/>
      <dgm:spPr/>
      <dgm:t>
        <a:bodyPr/>
        <a:lstStyle/>
        <a:p>
          <a:r>
            <a:rPr lang="en-US"/>
            <a:t>• Problem Definition</a:t>
          </a:r>
        </a:p>
      </dgm:t>
    </dgm:pt>
    <dgm:pt modelId="{4079FE5D-AB0F-4376-AEA2-538A403507D4}" type="parTrans" cxnId="{A64EB281-EBDC-457E-832A-C7A67FC852B4}">
      <dgm:prSet/>
      <dgm:spPr/>
      <dgm:t>
        <a:bodyPr/>
        <a:lstStyle/>
        <a:p>
          <a:endParaRPr lang="en-US"/>
        </a:p>
      </dgm:t>
    </dgm:pt>
    <dgm:pt modelId="{C633CA37-D19C-4F8C-AAED-26D3EA7B77A6}" type="sibTrans" cxnId="{A64EB281-EBDC-457E-832A-C7A67FC852B4}">
      <dgm:prSet/>
      <dgm:spPr/>
      <dgm:t>
        <a:bodyPr/>
        <a:lstStyle/>
        <a:p>
          <a:endParaRPr lang="en-US"/>
        </a:p>
      </dgm:t>
    </dgm:pt>
    <dgm:pt modelId="{AE2E3715-A223-451D-9BC6-8AA5E9A1E35F}">
      <dgm:prSet/>
      <dgm:spPr/>
      <dgm:t>
        <a:bodyPr/>
        <a:lstStyle/>
        <a:p>
          <a:r>
            <a:rPr lang="en-US"/>
            <a:t>• Objectives</a:t>
          </a:r>
        </a:p>
      </dgm:t>
    </dgm:pt>
    <dgm:pt modelId="{856B7B23-B61D-47A9-8EE3-26D4DC0FE1BD}" type="parTrans" cxnId="{8A33B51C-EAD8-4FB0-882B-FDAEAF26B052}">
      <dgm:prSet/>
      <dgm:spPr/>
      <dgm:t>
        <a:bodyPr/>
        <a:lstStyle/>
        <a:p>
          <a:endParaRPr lang="en-US"/>
        </a:p>
      </dgm:t>
    </dgm:pt>
    <dgm:pt modelId="{7F9B4DCE-2E44-45A7-9ABE-533845000F7A}" type="sibTrans" cxnId="{8A33B51C-EAD8-4FB0-882B-FDAEAF26B052}">
      <dgm:prSet/>
      <dgm:spPr/>
      <dgm:t>
        <a:bodyPr/>
        <a:lstStyle/>
        <a:p>
          <a:endParaRPr lang="en-US"/>
        </a:p>
      </dgm:t>
    </dgm:pt>
    <dgm:pt modelId="{614B1D1A-B533-403E-AC4E-2150FD19927E}">
      <dgm:prSet/>
      <dgm:spPr/>
      <dgm:t>
        <a:bodyPr/>
        <a:lstStyle/>
        <a:p>
          <a:r>
            <a:rPr lang="en-US"/>
            <a:t>• Existing System</a:t>
          </a:r>
        </a:p>
      </dgm:t>
    </dgm:pt>
    <dgm:pt modelId="{03569C46-33D8-42B7-9DBB-1AD218EB0A53}" type="parTrans" cxnId="{F742D0B0-34B8-4B8A-B610-95BEB6985FC1}">
      <dgm:prSet/>
      <dgm:spPr/>
      <dgm:t>
        <a:bodyPr/>
        <a:lstStyle/>
        <a:p>
          <a:endParaRPr lang="en-US"/>
        </a:p>
      </dgm:t>
    </dgm:pt>
    <dgm:pt modelId="{8F3D374C-BC3F-4D76-B030-0B7847B95FAE}" type="sibTrans" cxnId="{F742D0B0-34B8-4B8A-B610-95BEB6985FC1}">
      <dgm:prSet/>
      <dgm:spPr/>
      <dgm:t>
        <a:bodyPr/>
        <a:lstStyle/>
        <a:p>
          <a:endParaRPr lang="en-US"/>
        </a:p>
      </dgm:t>
    </dgm:pt>
    <dgm:pt modelId="{FDE11D9D-E6EE-4D3B-9B32-C87CEC31F44A}">
      <dgm:prSet/>
      <dgm:spPr/>
      <dgm:t>
        <a:bodyPr/>
        <a:lstStyle/>
        <a:p>
          <a:r>
            <a:rPr lang="en-US"/>
            <a:t>• Proposed System</a:t>
          </a:r>
        </a:p>
      </dgm:t>
    </dgm:pt>
    <dgm:pt modelId="{24C9360E-C462-43AC-818E-66A004CB03AF}" type="parTrans" cxnId="{32D9B328-93C2-40C6-B0F7-2E53455C8FE4}">
      <dgm:prSet/>
      <dgm:spPr/>
      <dgm:t>
        <a:bodyPr/>
        <a:lstStyle/>
        <a:p>
          <a:endParaRPr lang="en-US"/>
        </a:p>
      </dgm:t>
    </dgm:pt>
    <dgm:pt modelId="{C38BEE2E-255F-46A2-8359-718E69F6665C}" type="sibTrans" cxnId="{32D9B328-93C2-40C6-B0F7-2E53455C8FE4}">
      <dgm:prSet/>
      <dgm:spPr/>
      <dgm:t>
        <a:bodyPr/>
        <a:lstStyle/>
        <a:p>
          <a:endParaRPr lang="en-US"/>
        </a:p>
      </dgm:t>
    </dgm:pt>
    <dgm:pt modelId="{573F20B7-3462-45AF-926E-49EB96EA1BE4}">
      <dgm:prSet/>
      <dgm:spPr/>
      <dgm:t>
        <a:bodyPr/>
        <a:lstStyle/>
        <a:p>
          <a:r>
            <a:rPr lang="en-US"/>
            <a:t>• Block Diagram</a:t>
          </a:r>
        </a:p>
      </dgm:t>
    </dgm:pt>
    <dgm:pt modelId="{DA5908A3-119B-46CB-89B4-135449D131C1}" type="parTrans" cxnId="{B20680A2-4B29-4263-9D97-554B47C5F2EF}">
      <dgm:prSet/>
      <dgm:spPr/>
      <dgm:t>
        <a:bodyPr/>
        <a:lstStyle/>
        <a:p>
          <a:endParaRPr lang="en-US"/>
        </a:p>
      </dgm:t>
    </dgm:pt>
    <dgm:pt modelId="{25F81FAE-4BCE-405F-A497-1F25CD1D9B5F}" type="sibTrans" cxnId="{B20680A2-4B29-4263-9D97-554B47C5F2EF}">
      <dgm:prSet/>
      <dgm:spPr/>
      <dgm:t>
        <a:bodyPr/>
        <a:lstStyle/>
        <a:p>
          <a:endParaRPr lang="en-US"/>
        </a:p>
      </dgm:t>
    </dgm:pt>
    <dgm:pt modelId="{A9C8A621-CBAE-4FF0-8343-4F904E6E2C4D}">
      <dgm:prSet/>
      <dgm:spPr/>
      <dgm:t>
        <a:bodyPr/>
        <a:lstStyle/>
        <a:p>
          <a:r>
            <a:rPr lang="en-US"/>
            <a:t>• References</a:t>
          </a:r>
        </a:p>
      </dgm:t>
    </dgm:pt>
    <dgm:pt modelId="{EA513E04-8355-4FCE-98D2-30DC181ED9B5}" type="parTrans" cxnId="{FA30B6DC-7057-41BB-92C3-2F2B80D831C6}">
      <dgm:prSet/>
      <dgm:spPr/>
      <dgm:t>
        <a:bodyPr/>
        <a:lstStyle/>
        <a:p>
          <a:endParaRPr lang="en-US"/>
        </a:p>
      </dgm:t>
    </dgm:pt>
    <dgm:pt modelId="{3D633908-6B16-4CB5-95B7-0AC3D9304870}" type="sibTrans" cxnId="{FA30B6DC-7057-41BB-92C3-2F2B80D831C6}">
      <dgm:prSet/>
      <dgm:spPr/>
      <dgm:t>
        <a:bodyPr/>
        <a:lstStyle/>
        <a:p>
          <a:endParaRPr lang="en-US"/>
        </a:p>
      </dgm:t>
    </dgm:pt>
    <dgm:pt modelId="{B8B37219-854E-4E56-90BA-1CFAE31BC718}" type="pres">
      <dgm:prSet presAssocID="{D9E23063-ACCE-4709-9166-242A5F4B7038}" presName="Name0" presStyleCnt="0">
        <dgm:presLayoutVars>
          <dgm:dir/>
          <dgm:resizeHandles val="exact"/>
        </dgm:presLayoutVars>
      </dgm:prSet>
      <dgm:spPr/>
    </dgm:pt>
    <dgm:pt modelId="{6DA92664-D2AA-430C-BE8E-7C6FC50E5A72}" type="pres">
      <dgm:prSet presAssocID="{D9E23063-ACCE-4709-9166-242A5F4B7038}" presName="cycle" presStyleCnt="0"/>
      <dgm:spPr/>
    </dgm:pt>
    <dgm:pt modelId="{97A436A9-991B-4401-84BF-8F4E9DB30560}" type="pres">
      <dgm:prSet presAssocID="{54F6ABDA-9921-466B-BEF7-1095BA54FA81}" presName="nodeFirstNode" presStyleLbl="node1" presStyleIdx="0" presStyleCnt="9">
        <dgm:presLayoutVars>
          <dgm:bulletEnabled val="1"/>
        </dgm:presLayoutVars>
      </dgm:prSet>
      <dgm:spPr/>
    </dgm:pt>
    <dgm:pt modelId="{C45A048E-E1FD-4319-B30E-FC5E2212BEB7}" type="pres">
      <dgm:prSet presAssocID="{515BC863-8560-47A5-8DA5-5736E7A19980}" presName="sibTransFirstNode" presStyleLbl="bgShp" presStyleIdx="0" presStyleCnt="1"/>
      <dgm:spPr/>
    </dgm:pt>
    <dgm:pt modelId="{F263D8D0-A2A8-4E8A-AF7A-33B6853E2217}" type="pres">
      <dgm:prSet presAssocID="{7DD46A86-FB79-4237-8A8E-636E90AABA59}" presName="nodeFollowingNodes" presStyleLbl="node1" presStyleIdx="1" presStyleCnt="9">
        <dgm:presLayoutVars>
          <dgm:bulletEnabled val="1"/>
        </dgm:presLayoutVars>
      </dgm:prSet>
      <dgm:spPr/>
    </dgm:pt>
    <dgm:pt modelId="{D58F93F8-06B0-4020-B3F0-C306DB2F751F}" type="pres">
      <dgm:prSet presAssocID="{8C8D8982-55BE-4330-BDA5-A15971B4551B}" presName="nodeFollowingNodes" presStyleLbl="node1" presStyleIdx="2" presStyleCnt="9">
        <dgm:presLayoutVars>
          <dgm:bulletEnabled val="1"/>
        </dgm:presLayoutVars>
      </dgm:prSet>
      <dgm:spPr/>
    </dgm:pt>
    <dgm:pt modelId="{BA973882-D500-47A4-B292-82137115ADAE}" type="pres">
      <dgm:prSet presAssocID="{536F1F64-03A4-4528-BEF2-61AD1B806CFB}" presName="nodeFollowingNodes" presStyleLbl="node1" presStyleIdx="3" presStyleCnt="9">
        <dgm:presLayoutVars>
          <dgm:bulletEnabled val="1"/>
        </dgm:presLayoutVars>
      </dgm:prSet>
      <dgm:spPr/>
    </dgm:pt>
    <dgm:pt modelId="{4811149B-0067-47D2-BB06-B85ED45E47E9}" type="pres">
      <dgm:prSet presAssocID="{AE2E3715-A223-451D-9BC6-8AA5E9A1E35F}" presName="nodeFollowingNodes" presStyleLbl="node1" presStyleIdx="4" presStyleCnt="9">
        <dgm:presLayoutVars>
          <dgm:bulletEnabled val="1"/>
        </dgm:presLayoutVars>
      </dgm:prSet>
      <dgm:spPr/>
    </dgm:pt>
    <dgm:pt modelId="{4050FC89-30FB-4EC7-A494-AC63DA3E7510}" type="pres">
      <dgm:prSet presAssocID="{614B1D1A-B533-403E-AC4E-2150FD19927E}" presName="nodeFollowingNodes" presStyleLbl="node1" presStyleIdx="5" presStyleCnt="9">
        <dgm:presLayoutVars>
          <dgm:bulletEnabled val="1"/>
        </dgm:presLayoutVars>
      </dgm:prSet>
      <dgm:spPr/>
    </dgm:pt>
    <dgm:pt modelId="{FA5A474F-72F4-45D5-8751-86E768531A8B}" type="pres">
      <dgm:prSet presAssocID="{FDE11D9D-E6EE-4D3B-9B32-C87CEC31F44A}" presName="nodeFollowingNodes" presStyleLbl="node1" presStyleIdx="6" presStyleCnt="9">
        <dgm:presLayoutVars>
          <dgm:bulletEnabled val="1"/>
        </dgm:presLayoutVars>
      </dgm:prSet>
      <dgm:spPr/>
    </dgm:pt>
    <dgm:pt modelId="{949204FF-2BA6-4CF1-82D7-90DFCD97AC36}" type="pres">
      <dgm:prSet presAssocID="{573F20B7-3462-45AF-926E-49EB96EA1BE4}" presName="nodeFollowingNodes" presStyleLbl="node1" presStyleIdx="7" presStyleCnt="9">
        <dgm:presLayoutVars>
          <dgm:bulletEnabled val="1"/>
        </dgm:presLayoutVars>
      </dgm:prSet>
      <dgm:spPr/>
    </dgm:pt>
    <dgm:pt modelId="{AF7C4F18-DB69-4BFE-A294-AA8038492555}" type="pres">
      <dgm:prSet presAssocID="{A9C8A621-CBAE-4FF0-8343-4F904E6E2C4D}" presName="nodeFollowingNodes" presStyleLbl="node1" presStyleIdx="8" presStyleCnt="9">
        <dgm:presLayoutVars>
          <dgm:bulletEnabled val="1"/>
        </dgm:presLayoutVars>
      </dgm:prSet>
      <dgm:spPr/>
    </dgm:pt>
  </dgm:ptLst>
  <dgm:cxnLst>
    <dgm:cxn modelId="{D57B9A0F-54C8-4DBA-9AE7-415A495437BC}" type="presOf" srcId="{7DD46A86-FB79-4237-8A8E-636E90AABA59}" destId="{F263D8D0-A2A8-4E8A-AF7A-33B6853E2217}" srcOrd="0" destOrd="0" presId="urn:microsoft.com/office/officeart/2005/8/layout/cycle3"/>
    <dgm:cxn modelId="{8A33B51C-EAD8-4FB0-882B-FDAEAF26B052}" srcId="{D9E23063-ACCE-4709-9166-242A5F4B7038}" destId="{AE2E3715-A223-451D-9BC6-8AA5E9A1E35F}" srcOrd="4" destOrd="0" parTransId="{856B7B23-B61D-47A9-8EE3-26D4DC0FE1BD}" sibTransId="{7F9B4DCE-2E44-45A7-9ABE-533845000F7A}"/>
    <dgm:cxn modelId="{B30C1424-DFF8-463F-A53A-9EDA0780300E}" type="presOf" srcId="{8C8D8982-55BE-4330-BDA5-A15971B4551B}" destId="{D58F93F8-06B0-4020-B3F0-C306DB2F751F}" srcOrd="0" destOrd="0" presId="urn:microsoft.com/office/officeart/2005/8/layout/cycle3"/>
    <dgm:cxn modelId="{32D9B328-93C2-40C6-B0F7-2E53455C8FE4}" srcId="{D9E23063-ACCE-4709-9166-242A5F4B7038}" destId="{FDE11D9D-E6EE-4D3B-9B32-C87CEC31F44A}" srcOrd="6" destOrd="0" parTransId="{24C9360E-C462-43AC-818E-66A004CB03AF}" sibTransId="{C38BEE2E-255F-46A2-8359-718E69F6665C}"/>
    <dgm:cxn modelId="{8A247A40-5073-4CBB-BF26-46456A6AD604}" srcId="{D9E23063-ACCE-4709-9166-242A5F4B7038}" destId="{8C8D8982-55BE-4330-BDA5-A15971B4551B}" srcOrd="2" destOrd="0" parTransId="{2E16392D-F63A-469F-86C0-BB6F64276F07}" sibTransId="{DE1F2379-B241-4FB5-B255-B9ADBC5448AC}"/>
    <dgm:cxn modelId="{18322E5D-0F94-426F-91CF-C7279896E528}" srcId="{D9E23063-ACCE-4709-9166-242A5F4B7038}" destId="{7DD46A86-FB79-4237-8A8E-636E90AABA59}" srcOrd="1" destOrd="0" parTransId="{2CF859D2-A261-4E59-AC8A-7E9DF002DCA9}" sibTransId="{7E52030D-0016-47A8-ACAA-D96A5616824D}"/>
    <dgm:cxn modelId="{985C6E42-9035-48F3-AAF2-201B4F5E9F11}" srcId="{D9E23063-ACCE-4709-9166-242A5F4B7038}" destId="{54F6ABDA-9921-466B-BEF7-1095BA54FA81}" srcOrd="0" destOrd="0" parTransId="{D2B54AFA-DF51-4DFB-AA84-408AE0ED37DB}" sibTransId="{515BC863-8560-47A5-8DA5-5736E7A19980}"/>
    <dgm:cxn modelId="{18E05B69-DF85-4634-A8A5-957DE6AF160E}" type="presOf" srcId="{54F6ABDA-9921-466B-BEF7-1095BA54FA81}" destId="{97A436A9-991B-4401-84BF-8F4E9DB30560}" srcOrd="0" destOrd="0" presId="urn:microsoft.com/office/officeart/2005/8/layout/cycle3"/>
    <dgm:cxn modelId="{08FDCB55-03DB-457F-B45A-0B6725795F1A}" type="presOf" srcId="{573F20B7-3462-45AF-926E-49EB96EA1BE4}" destId="{949204FF-2BA6-4CF1-82D7-90DFCD97AC36}" srcOrd="0" destOrd="0" presId="urn:microsoft.com/office/officeart/2005/8/layout/cycle3"/>
    <dgm:cxn modelId="{A64EB281-EBDC-457E-832A-C7A67FC852B4}" srcId="{D9E23063-ACCE-4709-9166-242A5F4B7038}" destId="{536F1F64-03A4-4528-BEF2-61AD1B806CFB}" srcOrd="3" destOrd="0" parTransId="{4079FE5D-AB0F-4376-AEA2-538A403507D4}" sibTransId="{C633CA37-D19C-4F8C-AAED-26D3EA7B77A6}"/>
    <dgm:cxn modelId="{9E0ECF84-8567-472A-B519-0E63CC39F709}" type="presOf" srcId="{D9E23063-ACCE-4709-9166-242A5F4B7038}" destId="{B8B37219-854E-4E56-90BA-1CFAE31BC718}" srcOrd="0" destOrd="0" presId="urn:microsoft.com/office/officeart/2005/8/layout/cycle3"/>
    <dgm:cxn modelId="{B20680A2-4B29-4263-9D97-554B47C5F2EF}" srcId="{D9E23063-ACCE-4709-9166-242A5F4B7038}" destId="{573F20B7-3462-45AF-926E-49EB96EA1BE4}" srcOrd="7" destOrd="0" parTransId="{DA5908A3-119B-46CB-89B4-135449D131C1}" sibTransId="{25F81FAE-4BCE-405F-A497-1F25CD1D9B5F}"/>
    <dgm:cxn modelId="{704406AA-470E-4820-8B26-B56993F332FF}" type="presOf" srcId="{536F1F64-03A4-4528-BEF2-61AD1B806CFB}" destId="{BA973882-D500-47A4-B292-82137115ADAE}" srcOrd="0" destOrd="0" presId="urn:microsoft.com/office/officeart/2005/8/layout/cycle3"/>
    <dgm:cxn modelId="{F742D0B0-34B8-4B8A-B610-95BEB6985FC1}" srcId="{D9E23063-ACCE-4709-9166-242A5F4B7038}" destId="{614B1D1A-B533-403E-AC4E-2150FD19927E}" srcOrd="5" destOrd="0" parTransId="{03569C46-33D8-42B7-9DBB-1AD218EB0A53}" sibTransId="{8F3D374C-BC3F-4D76-B030-0B7847B95FAE}"/>
    <dgm:cxn modelId="{A7E028C6-A29E-4176-9AFC-0F58104541E3}" type="presOf" srcId="{A9C8A621-CBAE-4FF0-8343-4F904E6E2C4D}" destId="{AF7C4F18-DB69-4BFE-A294-AA8038492555}" srcOrd="0" destOrd="0" presId="urn:microsoft.com/office/officeart/2005/8/layout/cycle3"/>
    <dgm:cxn modelId="{F95CC9CA-0F47-4970-A436-92594E348F1D}" type="presOf" srcId="{515BC863-8560-47A5-8DA5-5736E7A19980}" destId="{C45A048E-E1FD-4319-B30E-FC5E2212BEB7}" srcOrd="0" destOrd="0" presId="urn:microsoft.com/office/officeart/2005/8/layout/cycle3"/>
    <dgm:cxn modelId="{3CC069D3-4331-43F3-99A4-C04FF268D602}" type="presOf" srcId="{AE2E3715-A223-451D-9BC6-8AA5E9A1E35F}" destId="{4811149B-0067-47D2-BB06-B85ED45E47E9}" srcOrd="0" destOrd="0" presId="urn:microsoft.com/office/officeart/2005/8/layout/cycle3"/>
    <dgm:cxn modelId="{FA30B6DC-7057-41BB-92C3-2F2B80D831C6}" srcId="{D9E23063-ACCE-4709-9166-242A5F4B7038}" destId="{A9C8A621-CBAE-4FF0-8343-4F904E6E2C4D}" srcOrd="8" destOrd="0" parTransId="{EA513E04-8355-4FCE-98D2-30DC181ED9B5}" sibTransId="{3D633908-6B16-4CB5-95B7-0AC3D9304870}"/>
    <dgm:cxn modelId="{B27147E0-4EA4-4459-A3BC-18C3AF6C09B1}" type="presOf" srcId="{614B1D1A-B533-403E-AC4E-2150FD19927E}" destId="{4050FC89-30FB-4EC7-A494-AC63DA3E7510}" srcOrd="0" destOrd="0" presId="urn:microsoft.com/office/officeart/2005/8/layout/cycle3"/>
    <dgm:cxn modelId="{6A5DC6F5-DE5C-454F-BDDE-0CAF143E826C}" type="presOf" srcId="{FDE11D9D-E6EE-4D3B-9B32-C87CEC31F44A}" destId="{FA5A474F-72F4-45D5-8751-86E768531A8B}" srcOrd="0" destOrd="0" presId="urn:microsoft.com/office/officeart/2005/8/layout/cycle3"/>
    <dgm:cxn modelId="{C9FD4507-D63C-4047-B896-75462A0FD51E}" type="presParOf" srcId="{B8B37219-854E-4E56-90BA-1CFAE31BC718}" destId="{6DA92664-D2AA-430C-BE8E-7C6FC50E5A72}" srcOrd="0" destOrd="0" presId="urn:microsoft.com/office/officeart/2005/8/layout/cycle3"/>
    <dgm:cxn modelId="{3CC91C6F-A130-4D46-A141-7113031FA640}" type="presParOf" srcId="{6DA92664-D2AA-430C-BE8E-7C6FC50E5A72}" destId="{97A436A9-991B-4401-84BF-8F4E9DB30560}" srcOrd="0" destOrd="0" presId="urn:microsoft.com/office/officeart/2005/8/layout/cycle3"/>
    <dgm:cxn modelId="{003B4552-0C81-4FF1-8CB5-E0F310A9FE16}" type="presParOf" srcId="{6DA92664-D2AA-430C-BE8E-7C6FC50E5A72}" destId="{C45A048E-E1FD-4319-B30E-FC5E2212BEB7}" srcOrd="1" destOrd="0" presId="urn:microsoft.com/office/officeart/2005/8/layout/cycle3"/>
    <dgm:cxn modelId="{59E7AF80-6C22-40F7-9AF4-A3DDB1A0982F}" type="presParOf" srcId="{6DA92664-D2AA-430C-BE8E-7C6FC50E5A72}" destId="{F263D8D0-A2A8-4E8A-AF7A-33B6853E2217}" srcOrd="2" destOrd="0" presId="urn:microsoft.com/office/officeart/2005/8/layout/cycle3"/>
    <dgm:cxn modelId="{D367C9FD-0877-4CC7-91E8-5D6CF1926656}" type="presParOf" srcId="{6DA92664-D2AA-430C-BE8E-7C6FC50E5A72}" destId="{D58F93F8-06B0-4020-B3F0-C306DB2F751F}" srcOrd="3" destOrd="0" presId="urn:microsoft.com/office/officeart/2005/8/layout/cycle3"/>
    <dgm:cxn modelId="{AC9A789D-E481-4398-B7C6-47564E0C002D}" type="presParOf" srcId="{6DA92664-D2AA-430C-BE8E-7C6FC50E5A72}" destId="{BA973882-D500-47A4-B292-82137115ADAE}" srcOrd="4" destOrd="0" presId="urn:microsoft.com/office/officeart/2005/8/layout/cycle3"/>
    <dgm:cxn modelId="{C87CE94B-A576-4B31-834A-82FEB1E9F413}" type="presParOf" srcId="{6DA92664-D2AA-430C-BE8E-7C6FC50E5A72}" destId="{4811149B-0067-47D2-BB06-B85ED45E47E9}" srcOrd="5" destOrd="0" presId="urn:microsoft.com/office/officeart/2005/8/layout/cycle3"/>
    <dgm:cxn modelId="{D7BC0E20-3C0F-4A4A-8407-59AA21D5AC77}" type="presParOf" srcId="{6DA92664-D2AA-430C-BE8E-7C6FC50E5A72}" destId="{4050FC89-30FB-4EC7-A494-AC63DA3E7510}" srcOrd="6" destOrd="0" presId="urn:microsoft.com/office/officeart/2005/8/layout/cycle3"/>
    <dgm:cxn modelId="{724F05DA-AD7B-4A6D-86BB-9F46D3465B32}" type="presParOf" srcId="{6DA92664-D2AA-430C-BE8E-7C6FC50E5A72}" destId="{FA5A474F-72F4-45D5-8751-86E768531A8B}" srcOrd="7" destOrd="0" presId="urn:microsoft.com/office/officeart/2005/8/layout/cycle3"/>
    <dgm:cxn modelId="{BBECD7E7-B6E4-4B74-A3F6-3FD4F1CEDFD5}" type="presParOf" srcId="{6DA92664-D2AA-430C-BE8E-7C6FC50E5A72}" destId="{949204FF-2BA6-4CF1-82D7-90DFCD97AC36}" srcOrd="8" destOrd="0" presId="urn:microsoft.com/office/officeart/2005/8/layout/cycle3"/>
    <dgm:cxn modelId="{4A83D043-4D3E-4D6C-BDE8-5299F36674C9}" type="presParOf" srcId="{6DA92664-D2AA-430C-BE8E-7C6FC50E5A72}" destId="{AF7C4F18-DB69-4BFE-A294-AA8038492555}" srcOrd="9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25977E-3336-43F5-8AC4-10867FA6306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29AAF3-ADEA-4D4A-A2E3-1B8E13FA014F}">
      <dgm:prSet/>
      <dgm:spPr/>
      <dgm:t>
        <a:bodyPr/>
        <a:lstStyle/>
        <a:p>
          <a:r>
            <a:rPr lang="en-US"/>
            <a:t>• SRAM plays a critical role in low-power VLSI systems, especially for IoT and portable devices.</a:t>
          </a:r>
        </a:p>
      </dgm:t>
    </dgm:pt>
    <dgm:pt modelId="{C7770830-D274-44C1-AF73-27F77BE53B01}" type="parTrans" cxnId="{B9677C9F-E160-4AFD-8C65-EC3A088DDF33}">
      <dgm:prSet/>
      <dgm:spPr/>
      <dgm:t>
        <a:bodyPr/>
        <a:lstStyle/>
        <a:p>
          <a:endParaRPr lang="en-US"/>
        </a:p>
      </dgm:t>
    </dgm:pt>
    <dgm:pt modelId="{283304BA-1582-4C2E-BDDA-2F38CAA48FE4}" type="sibTrans" cxnId="{B9677C9F-E160-4AFD-8C65-EC3A088DDF33}">
      <dgm:prSet/>
      <dgm:spPr/>
      <dgm:t>
        <a:bodyPr/>
        <a:lstStyle/>
        <a:p>
          <a:endParaRPr lang="en-US"/>
        </a:p>
      </dgm:t>
    </dgm:pt>
    <dgm:pt modelId="{B08F6136-4E73-4B03-994D-0460EA24A229}">
      <dgm:prSet/>
      <dgm:spPr/>
      <dgm:t>
        <a:bodyPr/>
        <a:lstStyle/>
        <a:p>
          <a:r>
            <a:rPr lang="en-US"/>
            <a:t>• Operating at ultra-low voltage (0.35V–0.6V) is essential for energy-efficient design.</a:t>
          </a:r>
        </a:p>
      </dgm:t>
    </dgm:pt>
    <dgm:pt modelId="{4CE74D1D-2C4A-4AF0-863D-E319F38A8C93}" type="parTrans" cxnId="{9AE70F39-B86B-4826-9FEA-2900B18EAED4}">
      <dgm:prSet/>
      <dgm:spPr/>
      <dgm:t>
        <a:bodyPr/>
        <a:lstStyle/>
        <a:p>
          <a:endParaRPr lang="en-US"/>
        </a:p>
      </dgm:t>
    </dgm:pt>
    <dgm:pt modelId="{33B851B5-D5F3-455B-8EA2-7169872A8E8A}" type="sibTrans" cxnId="{9AE70F39-B86B-4826-9FEA-2900B18EAED4}">
      <dgm:prSet/>
      <dgm:spPr/>
      <dgm:t>
        <a:bodyPr/>
        <a:lstStyle/>
        <a:p>
          <a:endParaRPr lang="en-US"/>
        </a:p>
      </dgm:t>
    </dgm:pt>
    <dgm:pt modelId="{E0BEB150-E273-4A22-9696-895F19B3C13D}">
      <dgm:prSet/>
      <dgm:spPr/>
      <dgm:t>
        <a:bodyPr/>
        <a:lstStyle/>
        <a:p>
          <a:r>
            <a:rPr lang="en-US"/>
            <a:t>• Conventional SRAM (6T, 8T) suffers from read stability issues, leakage, and high power in sub-threshold region.</a:t>
          </a:r>
        </a:p>
      </dgm:t>
    </dgm:pt>
    <dgm:pt modelId="{8FAD92CE-E164-4D1E-83F6-4027BB027CCC}" type="parTrans" cxnId="{41E4DB59-FCD5-4CE3-AD39-985F656118BC}">
      <dgm:prSet/>
      <dgm:spPr/>
      <dgm:t>
        <a:bodyPr/>
        <a:lstStyle/>
        <a:p>
          <a:endParaRPr lang="en-US"/>
        </a:p>
      </dgm:t>
    </dgm:pt>
    <dgm:pt modelId="{95380EC8-4674-4695-A92F-5BBF69E6353B}" type="sibTrans" cxnId="{41E4DB59-FCD5-4CE3-AD39-985F656118BC}">
      <dgm:prSet/>
      <dgm:spPr/>
      <dgm:t>
        <a:bodyPr/>
        <a:lstStyle/>
        <a:p>
          <a:endParaRPr lang="en-US"/>
        </a:p>
      </dgm:t>
    </dgm:pt>
    <dgm:pt modelId="{21FB933A-53AF-42EE-892B-CA977FB8E65A}">
      <dgm:prSet/>
      <dgm:spPr/>
      <dgm:t>
        <a:bodyPr/>
        <a:lstStyle/>
        <a:p>
          <a:r>
            <a:rPr lang="en-US"/>
            <a:t>• This project focuses on designing a 7T SRAM with Dynamic Read Assist and Adaptive Refresh to enhance speed and reduce leakage.</a:t>
          </a:r>
        </a:p>
      </dgm:t>
    </dgm:pt>
    <dgm:pt modelId="{EA4E4207-B5D0-4E2D-AC10-AD845F5BFD0E}" type="parTrans" cxnId="{DF4D643E-7CEC-4427-8BB9-F80E7429AA0A}">
      <dgm:prSet/>
      <dgm:spPr/>
      <dgm:t>
        <a:bodyPr/>
        <a:lstStyle/>
        <a:p>
          <a:endParaRPr lang="en-US"/>
        </a:p>
      </dgm:t>
    </dgm:pt>
    <dgm:pt modelId="{93D4DF93-37C6-4E57-9019-1EEC6E5BC565}" type="sibTrans" cxnId="{DF4D643E-7CEC-4427-8BB9-F80E7429AA0A}">
      <dgm:prSet/>
      <dgm:spPr/>
      <dgm:t>
        <a:bodyPr/>
        <a:lstStyle/>
        <a:p>
          <a:endParaRPr lang="en-US"/>
        </a:p>
      </dgm:t>
    </dgm:pt>
    <dgm:pt modelId="{999DFB90-9163-4D6F-AF9E-74DDF5E1BA13}" type="pres">
      <dgm:prSet presAssocID="{9625977E-3336-43F5-8AC4-10867FA63063}" presName="linear" presStyleCnt="0">
        <dgm:presLayoutVars>
          <dgm:animLvl val="lvl"/>
          <dgm:resizeHandles val="exact"/>
        </dgm:presLayoutVars>
      </dgm:prSet>
      <dgm:spPr/>
    </dgm:pt>
    <dgm:pt modelId="{3894B94E-F89C-4EA7-B597-837221B58FD9}" type="pres">
      <dgm:prSet presAssocID="{5A29AAF3-ADEA-4D4A-A2E3-1B8E13FA01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DAFCD4-F2A8-4102-B325-7667114752EF}" type="pres">
      <dgm:prSet presAssocID="{283304BA-1582-4C2E-BDDA-2F38CAA48FE4}" presName="spacer" presStyleCnt="0"/>
      <dgm:spPr/>
    </dgm:pt>
    <dgm:pt modelId="{628811DD-A6DC-4A61-9633-33D148213411}" type="pres">
      <dgm:prSet presAssocID="{B08F6136-4E73-4B03-994D-0460EA24A2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B27F9E-D0DC-4474-9C7F-4736DFC37F45}" type="pres">
      <dgm:prSet presAssocID="{33B851B5-D5F3-455B-8EA2-7169872A8E8A}" presName="spacer" presStyleCnt="0"/>
      <dgm:spPr/>
    </dgm:pt>
    <dgm:pt modelId="{471C1251-2D03-49B6-AC8D-9817958B7C18}" type="pres">
      <dgm:prSet presAssocID="{E0BEB150-E273-4A22-9696-895F19B3C1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B9A0839-724A-4B57-8CF5-A2DA02F56693}" type="pres">
      <dgm:prSet presAssocID="{95380EC8-4674-4695-A92F-5BBF69E6353B}" presName="spacer" presStyleCnt="0"/>
      <dgm:spPr/>
    </dgm:pt>
    <dgm:pt modelId="{83B4C4DC-6D54-491B-A78B-1B04C3E0A8EB}" type="pres">
      <dgm:prSet presAssocID="{21FB933A-53AF-42EE-892B-CA977FB8E6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29100B-193E-470C-8431-67B52B49B3F3}" type="presOf" srcId="{9625977E-3336-43F5-8AC4-10867FA63063}" destId="{999DFB90-9163-4D6F-AF9E-74DDF5E1BA13}" srcOrd="0" destOrd="0" presId="urn:microsoft.com/office/officeart/2005/8/layout/vList2"/>
    <dgm:cxn modelId="{D567D233-0E22-49D8-BE1D-95C4B65F3343}" type="presOf" srcId="{5A29AAF3-ADEA-4D4A-A2E3-1B8E13FA014F}" destId="{3894B94E-F89C-4EA7-B597-837221B58FD9}" srcOrd="0" destOrd="0" presId="urn:microsoft.com/office/officeart/2005/8/layout/vList2"/>
    <dgm:cxn modelId="{9AE70F39-B86B-4826-9FEA-2900B18EAED4}" srcId="{9625977E-3336-43F5-8AC4-10867FA63063}" destId="{B08F6136-4E73-4B03-994D-0460EA24A229}" srcOrd="1" destOrd="0" parTransId="{4CE74D1D-2C4A-4AF0-863D-E319F38A8C93}" sibTransId="{33B851B5-D5F3-455B-8EA2-7169872A8E8A}"/>
    <dgm:cxn modelId="{DF4D643E-7CEC-4427-8BB9-F80E7429AA0A}" srcId="{9625977E-3336-43F5-8AC4-10867FA63063}" destId="{21FB933A-53AF-42EE-892B-CA977FB8E65A}" srcOrd="3" destOrd="0" parTransId="{EA4E4207-B5D0-4E2D-AC10-AD845F5BFD0E}" sibTransId="{93D4DF93-37C6-4E57-9019-1EEC6E5BC565}"/>
    <dgm:cxn modelId="{1DD7A274-9796-4B5A-8343-0731A3C8CAD7}" type="presOf" srcId="{E0BEB150-E273-4A22-9696-895F19B3C13D}" destId="{471C1251-2D03-49B6-AC8D-9817958B7C18}" srcOrd="0" destOrd="0" presId="urn:microsoft.com/office/officeart/2005/8/layout/vList2"/>
    <dgm:cxn modelId="{FC40A974-C376-4D83-9FFD-76A5689E9005}" type="presOf" srcId="{B08F6136-4E73-4B03-994D-0460EA24A229}" destId="{628811DD-A6DC-4A61-9633-33D148213411}" srcOrd="0" destOrd="0" presId="urn:microsoft.com/office/officeart/2005/8/layout/vList2"/>
    <dgm:cxn modelId="{41E4DB59-FCD5-4CE3-AD39-985F656118BC}" srcId="{9625977E-3336-43F5-8AC4-10867FA63063}" destId="{E0BEB150-E273-4A22-9696-895F19B3C13D}" srcOrd="2" destOrd="0" parTransId="{8FAD92CE-E164-4D1E-83F6-4027BB027CCC}" sibTransId="{95380EC8-4674-4695-A92F-5BBF69E6353B}"/>
    <dgm:cxn modelId="{B9677C9F-E160-4AFD-8C65-EC3A088DDF33}" srcId="{9625977E-3336-43F5-8AC4-10867FA63063}" destId="{5A29AAF3-ADEA-4D4A-A2E3-1B8E13FA014F}" srcOrd="0" destOrd="0" parTransId="{C7770830-D274-44C1-AF73-27F77BE53B01}" sibTransId="{283304BA-1582-4C2E-BDDA-2F38CAA48FE4}"/>
    <dgm:cxn modelId="{6F0732C6-335C-4F21-BE71-4B30D5F1C404}" type="presOf" srcId="{21FB933A-53AF-42EE-892B-CA977FB8E65A}" destId="{83B4C4DC-6D54-491B-A78B-1B04C3E0A8EB}" srcOrd="0" destOrd="0" presId="urn:microsoft.com/office/officeart/2005/8/layout/vList2"/>
    <dgm:cxn modelId="{09520BBD-C15D-4602-805B-2D44CEF31718}" type="presParOf" srcId="{999DFB90-9163-4D6F-AF9E-74DDF5E1BA13}" destId="{3894B94E-F89C-4EA7-B597-837221B58FD9}" srcOrd="0" destOrd="0" presId="urn:microsoft.com/office/officeart/2005/8/layout/vList2"/>
    <dgm:cxn modelId="{77603240-5C07-42F7-8E96-91125AEA5A37}" type="presParOf" srcId="{999DFB90-9163-4D6F-AF9E-74DDF5E1BA13}" destId="{3BDAFCD4-F2A8-4102-B325-7667114752EF}" srcOrd="1" destOrd="0" presId="urn:microsoft.com/office/officeart/2005/8/layout/vList2"/>
    <dgm:cxn modelId="{44F4C1D5-7BC7-453F-86E1-E22BC5BAD1AC}" type="presParOf" srcId="{999DFB90-9163-4D6F-AF9E-74DDF5E1BA13}" destId="{628811DD-A6DC-4A61-9633-33D148213411}" srcOrd="2" destOrd="0" presId="urn:microsoft.com/office/officeart/2005/8/layout/vList2"/>
    <dgm:cxn modelId="{06617BBE-0792-43A7-973C-84273E91EF08}" type="presParOf" srcId="{999DFB90-9163-4D6F-AF9E-74DDF5E1BA13}" destId="{53B27F9E-D0DC-4474-9C7F-4736DFC37F45}" srcOrd="3" destOrd="0" presId="urn:microsoft.com/office/officeart/2005/8/layout/vList2"/>
    <dgm:cxn modelId="{7736198D-B388-4B8A-97C5-7B3516961325}" type="presParOf" srcId="{999DFB90-9163-4D6F-AF9E-74DDF5E1BA13}" destId="{471C1251-2D03-49B6-AC8D-9817958B7C18}" srcOrd="4" destOrd="0" presId="urn:microsoft.com/office/officeart/2005/8/layout/vList2"/>
    <dgm:cxn modelId="{80389F8F-FDFA-400A-9999-2AD187BE6523}" type="presParOf" srcId="{999DFB90-9163-4D6F-AF9E-74DDF5E1BA13}" destId="{4B9A0839-724A-4B57-8CF5-A2DA02F56693}" srcOrd="5" destOrd="0" presId="urn:microsoft.com/office/officeart/2005/8/layout/vList2"/>
    <dgm:cxn modelId="{9055227A-173F-4A60-9E45-7B1BA3DC4345}" type="presParOf" srcId="{999DFB90-9163-4D6F-AF9E-74DDF5E1BA13}" destId="{83B4C4DC-6D54-491B-A78B-1B04C3E0A8E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F2D4DCD-2F2B-45AC-82DE-0B2DB5EF7D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D97591-1906-441B-82FC-4C802AA59271}">
      <dgm:prSet/>
      <dgm:spPr/>
      <dgm:t>
        <a:bodyPr/>
        <a:lstStyle/>
        <a:p>
          <a:r>
            <a:rPr lang="en-US"/>
            <a:t>1. Literature Review</a:t>
          </a:r>
        </a:p>
      </dgm:t>
    </dgm:pt>
    <dgm:pt modelId="{D5B9275E-1492-4295-A72A-3CB42A2D4BBB}" type="parTrans" cxnId="{775338B6-4946-493C-9D9C-F0018673DFD6}">
      <dgm:prSet/>
      <dgm:spPr/>
      <dgm:t>
        <a:bodyPr/>
        <a:lstStyle/>
        <a:p>
          <a:endParaRPr lang="en-US"/>
        </a:p>
      </dgm:t>
    </dgm:pt>
    <dgm:pt modelId="{DFF33E68-38B0-47F3-A4A5-32BF631F61ED}" type="sibTrans" cxnId="{775338B6-4946-493C-9D9C-F0018673DFD6}">
      <dgm:prSet/>
      <dgm:spPr/>
      <dgm:t>
        <a:bodyPr/>
        <a:lstStyle/>
        <a:p>
          <a:endParaRPr lang="en-US"/>
        </a:p>
      </dgm:t>
    </dgm:pt>
    <dgm:pt modelId="{7502528D-9627-4030-A01A-8A143C1978CA}">
      <dgm:prSet/>
      <dgm:spPr/>
      <dgm:t>
        <a:bodyPr/>
        <a:lstStyle/>
        <a:p>
          <a:r>
            <a:rPr lang="en-US"/>
            <a:t>2. Design of 7T SRAM Cell in Cadence Virtuoso</a:t>
          </a:r>
        </a:p>
      </dgm:t>
    </dgm:pt>
    <dgm:pt modelId="{7B578884-24FF-4B45-9E17-3BFF5427767B}" type="parTrans" cxnId="{FB692DB3-F7C2-4874-AD2F-4E70DF35C052}">
      <dgm:prSet/>
      <dgm:spPr/>
      <dgm:t>
        <a:bodyPr/>
        <a:lstStyle/>
        <a:p>
          <a:endParaRPr lang="en-US"/>
        </a:p>
      </dgm:t>
    </dgm:pt>
    <dgm:pt modelId="{8F207FCB-2A42-4538-9A37-DECD340F3872}" type="sibTrans" cxnId="{FB692DB3-F7C2-4874-AD2F-4E70DF35C052}">
      <dgm:prSet/>
      <dgm:spPr/>
      <dgm:t>
        <a:bodyPr/>
        <a:lstStyle/>
        <a:p>
          <a:endParaRPr lang="en-US"/>
        </a:p>
      </dgm:t>
    </dgm:pt>
    <dgm:pt modelId="{7CBCB8DB-853F-4C52-A8A3-486505CFC4B9}">
      <dgm:prSet/>
      <dgm:spPr/>
      <dgm:t>
        <a:bodyPr/>
        <a:lstStyle/>
        <a:p>
          <a:r>
            <a:rPr lang="en-US"/>
            <a:t>3. Simulation for Read/Write, SNM, Power &amp; Delay</a:t>
          </a:r>
        </a:p>
      </dgm:t>
    </dgm:pt>
    <dgm:pt modelId="{895173D6-EB05-4BB1-9145-A7D54296FC29}" type="parTrans" cxnId="{548BAD00-8708-4508-8CF5-1B8DCDE30AB3}">
      <dgm:prSet/>
      <dgm:spPr/>
      <dgm:t>
        <a:bodyPr/>
        <a:lstStyle/>
        <a:p>
          <a:endParaRPr lang="en-US"/>
        </a:p>
      </dgm:t>
    </dgm:pt>
    <dgm:pt modelId="{096C4508-D6D9-49F0-8670-B2380AE115E0}" type="sibTrans" cxnId="{548BAD00-8708-4508-8CF5-1B8DCDE30AB3}">
      <dgm:prSet/>
      <dgm:spPr/>
      <dgm:t>
        <a:bodyPr/>
        <a:lstStyle/>
        <a:p>
          <a:endParaRPr lang="en-US"/>
        </a:p>
      </dgm:t>
    </dgm:pt>
    <dgm:pt modelId="{768D1AAB-C93F-4FCF-8917-02A7D3BAD325}">
      <dgm:prSet/>
      <dgm:spPr/>
      <dgm:t>
        <a:bodyPr/>
        <a:lstStyle/>
        <a:p>
          <a:r>
            <a:rPr lang="en-US"/>
            <a:t>4. Implement Dynamic Read Assist for speed improvement</a:t>
          </a:r>
        </a:p>
      </dgm:t>
    </dgm:pt>
    <dgm:pt modelId="{40CF9AB4-093D-49FE-A62D-5A2DC85CA832}" type="parTrans" cxnId="{5DD08EB1-79BC-4FA2-9314-77360C4B48A2}">
      <dgm:prSet/>
      <dgm:spPr/>
      <dgm:t>
        <a:bodyPr/>
        <a:lstStyle/>
        <a:p>
          <a:endParaRPr lang="en-US"/>
        </a:p>
      </dgm:t>
    </dgm:pt>
    <dgm:pt modelId="{9D174441-8B99-44FF-A607-180D27238FC1}" type="sibTrans" cxnId="{5DD08EB1-79BC-4FA2-9314-77360C4B48A2}">
      <dgm:prSet/>
      <dgm:spPr/>
      <dgm:t>
        <a:bodyPr/>
        <a:lstStyle/>
        <a:p>
          <a:endParaRPr lang="en-US"/>
        </a:p>
      </dgm:t>
    </dgm:pt>
    <dgm:pt modelId="{8AEEC953-6121-4814-A886-CAC1DFE6BF4B}">
      <dgm:prSet/>
      <dgm:spPr/>
      <dgm:t>
        <a:bodyPr/>
        <a:lstStyle/>
        <a:p>
          <a:r>
            <a:rPr lang="en-US"/>
            <a:t>5. Build 4×4 SRAM array with Adaptive Refresh</a:t>
          </a:r>
        </a:p>
      </dgm:t>
    </dgm:pt>
    <dgm:pt modelId="{3626D4EB-0FAD-48FF-B0B2-A9004C829B4D}" type="parTrans" cxnId="{6CFF7673-088E-40C8-AB97-6590411418DD}">
      <dgm:prSet/>
      <dgm:spPr/>
      <dgm:t>
        <a:bodyPr/>
        <a:lstStyle/>
        <a:p>
          <a:endParaRPr lang="en-US"/>
        </a:p>
      </dgm:t>
    </dgm:pt>
    <dgm:pt modelId="{6899D203-0C4D-4BCE-8F7D-F43160B91599}" type="sibTrans" cxnId="{6CFF7673-088E-40C8-AB97-6590411418DD}">
      <dgm:prSet/>
      <dgm:spPr/>
      <dgm:t>
        <a:bodyPr/>
        <a:lstStyle/>
        <a:p>
          <a:endParaRPr lang="en-US"/>
        </a:p>
      </dgm:t>
    </dgm:pt>
    <dgm:pt modelId="{DD4C2545-A6C6-484B-A6F1-C479B8D8AEB9}">
      <dgm:prSet/>
      <dgm:spPr/>
      <dgm:t>
        <a:bodyPr/>
        <a:lstStyle/>
        <a:p>
          <a:r>
            <a:rPr lang="en-US"/>
            <a:t>6. Compare performance with 6T and base 7T designs</a:t>
          </a:r>
        </a:p>
      </dgm:t>
    </dgm:pt>
    <dgm:pt modelId="{D005BDCA-C142-499C-8D5D-B25D87334F13}" type="parTrans" cxnId="{31D72FCE-A5ED-4390-83B5-20F5186276CA}">
      <dgm:prSet/>
      <dgm:spPr/>
      <dgm:t>
        <a:bodyPr/>
        <a:lstStyle/>
        <a:p>
          <a:endParaRPr lang="en-US"/>
        </a:p>
      </dgm:t>
    </dgm:pt>
    <dgm:pt modelId="{787F5D24-4B7D-4954-A763-81B4CDB09468}" type="sibTrans" cxnId="{31D72FCE-A5ED-4390-83B5-20F5186276CA}">
      <dgm:prSet/>
      <dgm:spPr/>
      <dgm:t>
        <a:bodyPr/>
        <a:lstStyle/>
        <a:p>
          <a:endParaRPr lang="en-US"/>
        </a:p>
      </dgm:t>
    </dgm:pt>
    <dgm:pt modelId="{7F84E6A6-0FCC-4BCC-AC91-4E179386B331}" type="pres">
      <dgm:prSet presAssocID="{CF2D4DCD-2F2B-45AC-82DE-0B2DB5EF7DC0}" presName="linear" presStyleCnt="0">
        <dgm:presLayoutVars>
          <dgm:animLvl val="lvl"/>
          <dgm:resizeHandles val="exact"/>
        </dgm:presLayoutVars>
      </dgm:prSet>
      <dgm:spPr/>
    </dgm:pt>
    <dgm:pt modelId="{6DB82A5B-8BBD-4FD9-87DA-4758D6B6C613}" type="pres">
      <dgm:prSet presAssocID="{28D97591-1906-441B-82FC-4C802AA5927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BFA47FC-5C49-4ABB-BBA0-4E3B661CE608}" type="pres">
      <dgm:prSet presAssocID="{DFF33E68-38B0-47F3-A4A5-32BF631F61ED}" presName="spacer" presStyleCnt="0"/>
      <dgm:spPr/>
    </dgm:pt>
    <dgm:pt modelId="{EE5D3E6B-1471-4A22-8071-4D301C268B2E}" type="pres">
      <dgm:prSet presAssocID="{7502528D-9627-4030-A01A-8A143C1978C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0E628D0-0DCD-48A2-A385-205B60F63933}" type="pres">
      <dgm:prSet presAssocID="{8F207FCB-2A42-4538-9A37-DECD340F3872}" presName="spacer" presStyleCnt="0"/>
      <dgm:spPr/>
    </dgm:pt>
    <dgm:pt modelId="{270F1F7A-56EE-4FEF-BE0E-F6E29C0B413F}" type="pres">
      <dgm:prSet presAssocID="{7CBCB8DB-853F-4C52-A8A3-486505CFC4B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765622B-0683-44F6-AE80-3119DAA145CC}" type="pres">
      <dgm:prSet presAssocID="{096C4508-D6D9-49F0-8670-B2380AE115E0}" presName="spacer" presStyleCnt="0"/>
      <dgm:spPr/>
    </dgm:pt>
    <dgm:pt modelId="{9D8AE6FF-2F57-4C9D-8922-3B4BD4C55AF3}" type="pres">
      <dgm:prSet presAssocID="{768D1AAB-C93F-4FCF-8917-02A7D3BAD32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C8D4F2C-AE71-4C7B-9D5A-68DDAE6BC9D8}" type="pres">
      <dgm:prSet presAssocID="{9D174441-8B99-44FF-A607-180D27238FC1}" presName="spacer" presStyleCnt="0"/>
      <dgm:spPr/>
    </dgm:pt>
    <dgm:pt modelId="{66A2462B-0CA5-44A8-98A4-02E6412C930E}" type="pres">
      <dgm:prSet presAssocID="{8AEEC953-6121-4814-A886-CAC1DFE6BF4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4E97D71-5AD0-4A34-A332-54E0A6FE2241}" type="pres">
      <dgm:prSet presAssocID="{6899D203-0C4D-4BCE-8F7D-F43160B91599}" presName="spacer" presStyleCnt="0"/>
      <dgm:spPr/>
    </dgm:pt>
    <dgm:pt modelId="{95011A59-2D36-4DD2-972A-98747876D072}" type="pres">
      <dgm:prSet presAssocID="{DD4C2545-A6C6-484B-A6F1-C479B8D8AEB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48BAD00-8708-4508-8CF5-1B8DCDE30AB3}" srcId="{CF2D4DCD-2F2B-45AC-82DE-0B2DB5EF7DC0}" destId="{7CBCB8DB-853F-4C52-A8A3-486505CFC4B9}" srcOrd="2" destOrd="0" parTransId="{895173D6-EB05-4BB1-9145-A7D54296FC29}" sibTransId="{096C4508-D6D9-49F0-8670-B2380AE115E0}"/>
    <dgm:cxn modelId="{077C4522-868E-4FAE-948E-D89B2609C655}" type="presOf" srcId="{28D97591-1906-441B-82FC-4C802AA59271}" destId="{6DB82A5B-8BBD-4FD9-87DA-4758D6B6C613}" srcOrd="0" destOrd="0" presId="urn:microsoft.com/office/officeart/2005/8/layout/vList2"/>
    <dgm:cxn modelId="{A221A534-237B-4680-BCF8-E92421A35AA5}" type="presOf" srcId="{DD4C2545-A6C6-484B-A6F1-C479B8D8AEB9}" destId="{95011A59-2D36-4DD2-972A-98747876D072}" srcOrd="0" destOrd="0" presId="urn:microsoft.com/office/officeart/2005/8/layout/vList2"/>
    <dgm:cxn modelId="{AB39954B-4CE7-4BC5-87EB-78D19566F5A7}" type="presOf" srcId="{8AEEC953-6121-4814-A886-CAC1DFE6BF4B}" destId="{66A2462B-0CA5-44A8-98A4-02E6412C930E}" srcOrd="0" destOrd="0" presId="urn:microsoft.com/office/officeart/2005/8/layout/vList2"/>
    <dgm:cxn modelId="{6CFF7673-088E-40C8-AB97-6590411418DD}" srcId="{CF2D4DCD-2F2B-45AC-82DE-0B2DB5EF7DC0}" destId="{8AEEC953-6121-4814-A886-CAC1DFE6BF4B}" srcOrd="4" destOrd="0" parTransId="{3626D4EB-0FAD-48FF-B0B2-A9004C829B4D}" sibTransId="{6899D203-0C4D-4BCE-8F7D-F43160B91599}"/>
    <dgm:cxn modelId="{05D90F91-3F68-41A0-A629-070F22B2BE51}" type="presOf" srcId="{768D1AAB-C93F-4FCF-8917-02A7D3BAD325}" destId="{9D8AE6FF-2F57-4C9D-8922-3B4BD4C55AF3}" srcOrd="0" destOrd="0" presId="urn:microsoft.com/office/officeart/2005/8/layout/vList2"/>
    <dgm:cxn modelId="{5DD08EB1-79BC-4FA2-9314-77360C4B48A2}" srcId="{CF2D4DCD-2F2B-45AC-82DE-0B2DB5EF7DC0}" destId="{768D1AAB-C93F-4FCF-8917-02A7D3BAD325}" srcOrd="3" destOrd="0" parTransId="{40CF9AB4-093D-49FE-A62D-5A2DC85CA832}" sibTransId="{9D174441-8B99-44FF-A607-180D27238FC1}"/>
    <dgm:cxn modelId="{FB692DB3-F7C2-4874-AD2F-4E70DF35C052}" srcId="{CF2D4DCD-2F2B-45AC-82DE-0B2DB5EF7DC0}" destId="{7502528D-9627-4030-A01A-8A143C1978CA}" srcOrd="1" destOrd="0" parTransId="{7B578884-24FF-4B45-9E17-3BFF5427767B}" sibTransId="{8F207FCB-2A42-4538-9A37-DECD340F3872}"/>
    <dgm:cxn modelId="{775338B6-4946-493C-9D9C-F0018673DFD6}" srcId="{CF2D4DCD-2F2B-45AC-82DE-0B2DB5EF7DC0}" destId="{28D97591-1906-441B-82FC-4C802AA59271}" srcOrd="0" destOrd="0" parTransId="{D5B9275E-1492-4295-A72A-3CB42A2D4BBB}" sibTransId="{DFF33E68-38B0-47F3-A4A5-32BF631F61ED}"/>
    <dgm:cxn modelId="{82F169C5-572B-49B9-A0F5-0CFCAD4CB2DB}" type="presOf" srcId="{7502528D-9627-4030-A01A-8A143C1978CA}" destId="{EE5D3E6B-1471-4A22-8071-4D301C268B2E}" srcOrd="0" destOrd="0" presId="urn:microsoft.com/office/officeart/2005/8/layout/vList2"/>
    <dgm:cxn modelId="{31D72FCE-A5ED-4390-83B5-20F5186276CA}" srcId="{CF2D4DCD-2F2B-45AC-82DE-0B2DB5EF7DC0}" destId="{DD4C2545-A6C6-484B-A6F1-C479B8D8AEB9}" srcOrd="5" destOrd="0" parTransId="{D005BDCA-C142-499C-8D5D-B25D87334F13}" sibTransId="{787F5D24-4B7D-4954-A763-81B4CDB09468}"/>
    <dgm:cxn modelId="{3AD823D7-7C36-4189-886D-732CE8007359}" type="presOf" srcId="{7CBCB8DB-853F-4C52-A8A3-486505CFC4B9}" destId="{270F1F7A-56EE-4FEF-BE0E-F6E29C0B413F}" srcOrd="0" destOrd="0" presId="urn:microsoft.com/office/officeart/2005/8/layout/vList2"/>
    <dgm:cxn modelId="{C24DBDE8-66A0-4F7D-A417-8F96AFDC9EA6}" type="presOf" srcId="{CF2D4DCD-2F2B-45AC-82DE-0B2DB5EF7DC0}" destId="{7F84E6A6-0FCC-4BCC-AC91-4E179386B331}" srcOrd="0" destOrd="0" presId="urn:microsoft.com/office/officeart/2005/8/layout/vList2"/>
    <dgm:cxn modelId="{7C82D502-C54A-4E28-99CB-6AF5F2A286E4}" type="presParOf" srcId="{7F84E6A6-0FCC-4BCC-AC91-4E179386B331}" destId="{6DB82A5B-8BBD-4FD9-87DA-4758D6B6C613}" srcOrd="0" destOrd="0" presId="urn:microsoft.com/office/officeart/2005/8/layout/vList2"/>
    <dgm:cxn modelId="{216C6729-9CB7-4C3D-BAEE-0F7A82016448}" type="presParOf" srcId="{7F84E6A6-0FCC-4BCC-AC91-4E179386B331}" destId="{6BFA47FC-5C49-4ABB-BBA0-4E3B661CE608}" srcOrd="1" destOrd="0" presId="urn:microsoft.com/office/officeart/2005/8/layout/vList2"/>
    <dgm:cxn modelId="{47714CA5-BBE9-49EE-BC23-5DBD2017F960}" type="presParOf" srcId="{7F84E6A6-0FCC-4BCC-AC91-4E179386B331}" destId="{EE5D3E6B-1471-4A22-8071-4D301C268B2E}" srcOrd="2" destOrd="0" presId="urn:microsoft.com/office/officeart/2005/8/layout/vList2"/>
    <dgm:cxn modelId="{CCE0AFD1-3B3C-423C-959F-8A4A17E639A0}" type="presParOf" srcId="{7F84E6A6-0FCC-4BCC-AC91-4E179386B331}" destId="{30E628D0-0DCD-48A2-A385-205B60F63933}" srcOrd="3" destOrd="0" presId="urn:microsoft.com/office/officeart/2005/8/layout/vList2"/>
    <dgm:cxn modelId="{D9388155-7B96-4403-9376-78F89D134851}" type="presParOf" srcId="{7F84E6A6-0FCC-4BCC-AC91-4E179386B331}" destId="{270F1F7A-56EE-4FEF-BE0E-F6E29C0B413F}" srcOrd="4" destOrd="0" presId="urn:microsoft.com/office/officeart/2005/8/layout/vList2"/>
    <dgm:cxn modelId="{B603CB3C-66EF-4A0D-B875-034C4B5B24ED}" type="presParOf" srcId="{7F84E6A6-0FCC-4BCC-AC91-4E179386B331}" destId="{0765622B-0683-44F6-AE80-3119DAA145CC}" srcOrd="5" destOrd="0" presId="urn:microsoft.com/office/officeart/2005/8/layout/vList2"/>
    <dgm:cxn modelId="{B20F3111-F3B0-41B0-82FA-6FBDAF6229CD}" type="presParOf" srcId="{7F84E6A6-0FCC-4BCC-AC91-4E179386B331}" destId="{9D8AE6FF-2F57-4C9D-8922-3B4BD4C55AF3}" srcOrd="6" destOrd="0" presId="urn:microsoft.com/office/officeart/2005/8/layout/vList2"/>
    <dgm:cxn modelId="{A3F4BFA7-1136-4549-A26D-1D33C5DBDB77}" type="presParOf" srcId="{7F84E6A6-0FCC-4BCC-AC91-4E179386B331}" destId="{5C8D4F2C-AE71-4C7B-9D5A-68DDAE6BC9D8}" srcOrd="7" destOrd="0" presId="urn:microsoft.com/office/officeart/2005/8/layout/vList2"/>
    <dgm:cxn modelId="{8B743587-D797-4B08-B787-A5C4B0669ABF}" type="presParOf" srcId="{7F84E6A6-0FCC-4BCC-AC91-4E179386B331}" destId="{66A2462B-0CA5-44A8-98A4-02E6412C930E}" srcOrd="8" destOrd="0" presId="urn:microsoft.com/office/officeart/2005/8/layout/vList2"/>
    <dgm:cxn modelId="{60A61333-B4FD-4E6A-A662-DD7650A703D5}" type="presParOf" srcId="{7F84E6A6-0FCC-4BCC-AC91-4E179386B331}" destId="{04E97D71-5AD0-4A34-A332-54E0A6FE2241}" srcOrd="9" destOrd="0" presId="urn:microsoft.com/office/officeart/2005/8/layout/vList2"/>
    <dgm:cxn modelId="{7303BECD-DA4D-4654-BD5E-69B983848DD9}" type="presParOf" srcId="{7F84E6A6-0FCC-4BCC-AC91-4E179386B331}" destId="{95011A59-2D36-4DD2-972A-98747876D07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FEC296-E914-46F8-B7F4-2C16D5146B2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AB857F-233A-4101-835A-98EF7522FCD7}">
      <dgm:prSet/>
      <dgm:spPr/>
      <dgm:t>
        <a:bodyPr/>
        <a:lstStyle/>
        <a:p>
          <a:r>
            <a:rPr lang="en-US"/>
            <a:t>• 6T SRAM fails in sub-threshold region due to read disturb and half-select issues.</a:t>
          </a:r>
        </a:p>
      </dgm:t>
    </dgm:pt>
    <dgm:pt modelId="{59F80BCF-9157-4FA4-B381-C7BE22892395}" type="parTrans" cxnId="{2D4D474B-21B6-4082-A8FD-3FE9FF3D8A94}">
      <dgm:prSet/>
      <dgm:spPr/>
      <dgm:t>
        <a:bodyPr/>
        <a:lstStyle/>
        <a:p>
          <a:endParaRPr lang="en-US"/>
        </a:p>
      </dgm:t>
    </dgm:pt>
    <dgm:pt modelId="{5456F871-4508-4974-B429-B48358876B30}" type="sibTrans" cxnId="{2D4D474B-21B6-4082-A8FD-3FE9FF3D8A94}">
      <dgm:prSet/>
      <dgm:spPr/>
      <dgm:t>
        <a:bodyPr/>
        <a:lstStyle/>
        <a:p>
          <a:endParaRPr lang="en-US"/>
        </a:p>
      </dgm:t>
    </dgm:pt>
    <dgm:pt modelId="{511CF37C-C252-4576-9A08-AF2799207453}">
      <dgm:prSet/>
      <dgm:spPr/>
      <dgm:t>
        <a:bodyPr/>
        <a:lstStyle/>
        <a:p>
          <a:r>
            <a:rPr lang="en-US"/>
            <a:t>• 8T SRAM reduces read disturb but has high leakage and requires precharge.</a:t>
          </a:r>
        </a:p>
      </dgm:t>
    </dgm:pt>
    <dgm:pt modelId="{8E108847-5077-4630-8346-4D94D611F6C9}" type="parTrans" cxnId="{A9E08835-79A3-4165-920C-9683537C35CB}">
      <dgm:prSet/>
      <dgm:spPr/>
      <dgm:t>
        <a:bodyPr/>
        <a:lstStyle/>
        <a:p>
          <a:endParaRPr lang="en-US"/>
        </a:p>
      </dgm:t>
    </dgm:pt>
    <dgm:pt modelId="{DC8B321E-7824-46B2-B2E4-61062CE34CA1}" type="sibTrans" cxnId="{A9E08835-79A3-4165-920C-9683537C35CB}">
      <dgm:prSet/>
      <dgm:spPr/>
      <dgm:t>
        <a:bodyPr/>
        <a:lstStyle/>
        <a:p>
          <a:endParaRPr lang="en-US"/>
        </a:p>
      </dgm:t>
    </dgm:pt>
    <dgm:pt modelId="{3F832607-F081-4D75-A2F1-BBCF8AFBDB98}">
      <dgm:prSet/>
      <dgm:spPr/>
      <dgm:t>
        <a:bodyPr/>
        <a:lstStyle/>
        <a:p>
          <a:r>
            <a:rPr lang="en-US"/>
            <a:t>• 7T SRAM improves read margin but suffers from slow read speed at low voltage and standby leakage.</a:t>
          </a:r>
        </a:p>
      </dgm:t>
    </dgm:pt>
    <dgm:pt modelId="{201046A9-6070-492C-82E2-ABA370760FF5}" type="parTrans" cxnId="{C6E7526F-AD06-440B-BC93-FB3547FA5765}">
      <dgm:prSet/>
      <dgm:spPr/>
      <dgm:t>
        <a:bodyPr/>
        <a:lstStyle/>
        <a:p>
          <a:endParaRPr lang="en-US"/>
        </a:p>
      </dgm:t>
    </dgm:pt>
    <dgm:pt modelId="{A2A52827-F873-4E17-8C99-43FD35B6E45A}" type="sibTrans" cxnId="{C6E7526F-AD06-440B-BC93-FB3547FA5765}">
      <dgm:prSet/>
      <dgm:spPr/>
      <dgm:t>
        <a:bodyPr/>
        <a:lstStyle/>
        <a:p>
          <a:endParaRPr lang="en-US"/>
        </a:p>
      </dgm:t>
    </dgm:pt>
    <dgm:pt modelId="{949FF7DB-07D7-4C93-B73C-1ED21B5E9621}">
      <dgm:prSet/>
      <dgm:spPr/>
      <dgm:t>
        <a:bodyPr/>
        <a:lstStyle/>
        <a:p>
          <a:r>
            <a:rPr lang="en-US"/>
            <a:t>• Need for an SRAM design that is low power, variation-tolerant, faster, and leakage-optimized.</a:t>
          </a:r>
        </a:p>
      </dgm:t>
    </dgm:pt>
    <dgm:pt modelId="{3AAF5302-4A14-4DFE-A39B-968A9CAABD81}" type="parTrans" cxnId="{3D95750E-4A88-4E7B-A78A-09C175F865B1}">
      <dgm:prSet/>
      <dgm:spPr/>
      <dgm:t>
        <a:bodyPr/>
        <a:lstStyle/>
        <a:p>
          <a:endParaRPr lang="en-US"/>
        </a:p>
      </dgm:t>
    </dgm:pt>
    <dgm:pt modelId="{C7C938BC-285D-46B4-9979-D08EC10DAD49}" type="sibTrans" cxnId="{3D95750E-4A88-4E7B-A78A-09C175F865B1}">
      <dgm:prSet/>
      <dgm:spPr/>
      <dgm:t>
        <a:bodyPr/>
        <a:lstStyle/>
        <a:p>
          <a:endParaRPr lang="en-US"/>
        </a:p>
      </dgm:t>
    </dgm:pt>
    <dgm:pt modelId="{89D4587E-54BE-4D64-AE5D-84A658A2C78C}" type="pres">
      <dgm:prSet presAssocID="{14FEC296-E914-46F8-B7F4-2C16D5146B25}" presName="linear" presStyleCnt="0">
        <dgm:presLayoutVars>
          <dgm:animLvl val="lvl"/>
          <dgm:resizeHandles val="exact"/>
        </dgm:presLayoutVars>
      </dgm:prSet>
      <dgm:spPr/>
    </dgm:pt>
    <dgm:pt modelId="{A9B7672F-999E-4AEF-B4BA-B5D0D9729289}" type="pres">
      <dgm:prSet presAssocID="{53AB857F-233A-4101-835A-98EF7522FC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DC0C90E-1F40-4C3A-92C9-CD647DB32ADA}" type="pres">
      <dgm:prSet presAssocID="{5456F871-4508-4974-B429-B48358876B30}" presName="spacer" presStyleCnt="0"/>
      <dgm:spPr/>
    </dgm:pt>
    <dgm:pt modelId="{FD38D417-A25E-4C0C-9158-796A44EC35CF}" type="pres">
      <dgm:prSet presAssocID="{511CF37C-C252-4576-9A08-AF279920745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F25DD41-48DD-4F3C-BB4C-F06B81401C12}" type="pres">
      <dgm:prSet presAssocID="{DC8B321E-7824-46B2-B2E4-61062CE34CA1}" presName="spacer" presStyleCnt="0"/>
      <dgm:spPr/>
    </dgm:pt>
    <dgm:pt modelId="{D704CEEF-810C-4725-B716-FD6277A8336F}" type="pres">
      <dgm:prSet presAssocID="{3F832607-F081-4D75-A2F1-BBCF8AFBDB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6106470-1C30-4168-BB27-91A93757A961}" type="pres">
      <dgm:prSet presAssocID="{A2A52827-F873-4E17-8C99-43FD35B6E45A}" presName="spacer" presStyleCnt="0"/>
      <dgm:spPr/>
    </dgm:pt>
    <dgm:pt modelId="{9A8FC375-F176-46B1-B0D4-839ED5D4384E}" type="pres">
      <dgm:prSet presAssocID="{949FF7DB-07D7-4C93-B73C-1ED21B5E962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C449C0B-27C6-46EB-8417-CECB927C1728}" type="presOf" srcId="{511CF37C-C252-4576-9A08-AF2799207453}" destId="{FD38D417-A25E-4C0C-9158-796A44EC35CF}" srcOrd="0" destOrd="0" presId="urn:microsoft.com/office/officeart/2005/8/layout/vList2"/>
    <dgm:cxn modelId="{3D95750E-4A88-4E7B-A78A-09C175F865B1}" srcId="{14FEC296-E914-46F8-B7F4-2C16D5146B25}" destId="{949FF7DB-07D7-4C93-B73C-1ED21B5E9621}" srcOrd="3" destOrd="0" parTransId="{3AAF5302-4A14-4DFE-A39B-968A9CAABD81}" sibTransId="{C7C938BC-285D-46B4-9979-D08EC10DAD49}"/>
    <dgm:cxn modelId="{D809621E-4AEC-4DF8-9379-2B54BC74F020}" type="presOf" srcId="{949FF7DB-07D7-4C93-B73C-1ED21B5E9621}" destId="{9A8FC375-F176-46B1-B0D4-839ED5D4384E}" srcOrd="0" destOrd="0" presId="urn:microsoft.com/office/officeart/2005/8/layout/vList2"/>
    <dgm:cxn modelId="{A9E08835-79A3-4165-920C-9683537C35CB}" srcId="{14FEC296-E914-46F8-B7F4-2C16D5146B25}" destId="{511CF37C-C252-4576-9A08-AF2799207453}" srcOrd="1" destOrd="0" parTransId="{8E108847-5077-4630-8346-4D94D611F6C9}" sibTransId="{DC8B321E-7824-46B2-B2E4-61062CE34CA1}"/>
    <dgm:cxn modelId="{2D4D474B-21B6-4082-A8FD-3FE9FF3D8A94}" srcId="{14FEC296-E914-46F8-B7F4-2C16D5146B25}" destId="{53AB857F-233A-4101-835A-98EF7522FCD7}" srcOrd="0" destOrd="0" parTransId="{59F80BCF-9157-4FA4-B381-C7BE22892395}" sibTransId="{5456F871-4508-4974-B429-B48358876B30}"/>
    <dgm:cxn modelId="{C6E7526F-AD06-440B-BC93-FB3547FA5765}" srcId="{14FEC296-E914-46F8-B7F4-2C16D5146B25}" destId="{3F832607-F081-4D75-A2F1-BBCF8AFBDB98}" srcOrd="2" destOrd="0" parTransId="{201046A9-6070-492C-82E2-ABA370760FF5}" sibTransId="{A2A52827-F873-4E17-8C99-43FD35B6E45A}"/>
    <dgm:cxn modelId="{1FD9C859-4BA3-4286-9A5B-55AEBE1065E5}" type="presOf" srcId="{3F832607-F081-4D75-A2F1-BBCF8AFBDB98}" destId="{D704CEEF-810C-4725-B716-FD6277A8336F}" srcOrd="0" destOrd="0" presId="urn:microsoft.com/office/officeart/2005/8/layout/vList2"/>
    <dgm:cxn modelId="{7BCD0E91-88C6-4104-A283-BDE050A90C04}" type="presOf" srcId="{53AB857F-233A-4101-835A-98EF7522FCD7}" destId="{A9B7672F-999E-4AEF-B4BA-B5D0D9729289}" srcOrd="0" destOrd="0" presId="urn:microsoft.com/office/officeart/2005/8/layout/vList2"/>
    <dgm:cxn modelId="{3A577BB4-2FCC-4AD2-8B7C-93013CB974C9}" type="presOf" srcId="{14FEC296-E914-46F8-B7F4-2C16D5146B25}" destId="{89D4587E-54BE-4D64-AE5D-84A658A2C78C}" srcOrd="0" destOrd="0" presId="urn:microsoft.com/office/officeart/2005/8/layout/vList2"/>
    <dgm:cxn modelId="{BA46A166-0D03-4FAE-9E9B-13BC4EBF41AF}" type="presParOf" srcId="{89D4587E-54BE-4D64-AE5D-84A658A2C78C}" destId="{A9B7672F-999E-4AEF-B4BA-B5D0D9729289}" srcOrd="0" destOrd="0" presId="urn:microsoft.com/office/officeart/2005/8/layout/vList2"/>
    <dgm:cxn modelId="{A1CB9D77-759A-4AEB-AF74-E3B8BB67298C}" type="presParOf" srcId="{89D4587E-54BE-4D64-AE5D-84A658A2C78C}" destId="{1DC0C90E-1F40-4C3A-92C9-CD647DB32ADA}" srcOrd="1" destOrd="0" presId="urn:microsoft.com/office/officeart/2005/8/layout/vList2"/>
    <dgm:cxn modelId="{18C1188B-F622-47B5-916D-0AB55AFF9E90}" type="presParOf" srcId="{89D4587E-54BE-4D64-AE5D-84A658A2C78C}" destId="{FD38D417-A25E-4C0C-9158-796A44EC35CF}" srcOrd="2" destOrd="0" presId="urn:microsoft.com/office/officeart/2005/8/layout/vList2"/>
    <dgm:cxn modelId="{A5B8A50D-8CF9-4DAA-BD3D-6F9F70FF5B9B}" type="presParOf" srcId="{89D4587E-54BE-4D64-AE5D-84A658A2C78C}" destId="{BF25DD41-48DD-4F3C-BB4C-F06B81401C12}" srcOrd="3" destOrd="0" presId="urn:microsoft.com/office/officeart/2005/8/layout/vList2"/>
    <dgm:cxn modelId="{582BCBD9-1CB9-4362-9E28-D7F4F961583B}" type="presParOf" srcId="{89D4587E-54BE-4D64-AE5D-84A658A2C78C}" destId="{D704CEEF-810C-4725-B716-FD6277A8336F}" srcOrd="4" destOrd="0" presId="urn:microsoft.com/office/officeart/2005/8/layout/vList2"/>
    <dgm:cxn modelId="{2592EB67-FAD8-4021-B94E-FFBE57723BEF}" type="presParOf" srcId="{89D4587E-54BE-4D64-AE5D-84A658A2C78C}" destId="{C6106470-1C30-4168-BB27-91A93757A961}" srcOrd="5" destOrd="0" presId="urn:microsoft.com/office/officeart/2005/8/layout/vList2"/>
    <dgm:cxn modelId="{55D4AAAD-D6DE-469E-AAB4-0B56B336C850}" type="presParOf" srcId="{89D4587E-54BE-4D64-AE5D-84A658A2C78C}" destId="{9A8FC375-F176-46B1-B0D4-839ED5D4384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63032A-3FAA-474F-B2F9-8DA31AEC5BC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0D4259A-56F4-40C3-B2B8-8998578653F7}">
      <dgm:prSet/>
      <dgm:spPr/>
      <dgm:t>
        <a:bodyPr/>
        <a:lstStyle/>
        <a:p>
          <a:r>
            <a:rPr lang="en-US"/>
            <a:t>• Design and simulate a 7T SRAM cell in Cadence Virtuoso.</a:t>
          </a:r>
        </a:p>
      </dgm:t>
    </dgm:pt>
    <dgm:pt modelId="{A39D6D2E-16D0-4B3D-B5A8-3F0FC17CE592}" type="parTrans" cxnId="{A27A14E9-2BA4-4549-A9D3-C4151E5CF8BB}">
      <dgm:prSet/>
      <dgm:spPr/>
      <dgm:t>
        <a:bodyPr/>
        <a:lstStyle/>
        <a:p>
          <a:endParaRPr lang="en-US"/>
        </a:p>
      </dgm:t>
    </dgm:pt>
    <dgm:pt modelId="{C408C679-7297-4371-BAEC-7B0B82190FCD}" type="sibTrans" cxnId="{A27A14E9-2BA4-4549-A9D3-C4151E5CF8BB}">
      <dgm:prSet/>
      <dgm:spPr/>
      <dgm:t>
        <a:bodyPr/>
        <a:lstStyle/>
        <a:p>
          <a:endParaRPr lang="en-US"/>
        </a:p>
      </dgm:t>
    </dgm:pt>
    <dgm:pt modelId="{353232EF-1C16-4D09-A18C-25899F4688E9}">
      <dgm:prSet/>
      <dgm:spPr/>
      <dgm:t>
        <a:bodyPr/>
        <a:lstStyle/>
        <a:p>
          <a:r>
            <a:rPr lang="en-US"/>
            <a:t>• Add Dynamic Read Assist to improve read speed (~40% faster).</a:t>
          </a:r>
        </a:p>
      </dgm:t>
    </dgm:pt>
    <dgm:pt modelId="{625E110A-50BA-4708-85EC-92EDB0E2ECE6}" type="parTrans" cxnId="{3172633D-F765-489F-A327-52C0B2A8D128}">
      <dgm:prSet/>
      <dgm:spPr/>
      <dgm:t>
        <a:bodyPr/>
        <a:lstStyle/>
        <a:p>
          <a:endParaRPr lang="en-US"/>
        </a:p>
      </dgm:t>
    </dgm:pt>
    <dgm:pt modelId="{0BC40294-E204-4DC9-A1AE-0DF1322D2C7E}" type="sibTrans" cxnId="{3172633D-F765-489F-A327-52C0B2A8D128}">
      <dgm:prSet/>
      <dgm:spPr/>
      <dgm:t>
        <a:bodyPr/>
        <a:lstStyle/>
        <a:p>
          <a:endParaRPr lang="en-US"/>
        </a:p>
      </dgm:t>
    </dgm:pt>
    <dgm:pt modelId="{E1D00996-33F4-48DA-BE02-9EA58A561E09}">
      <dgm:prSet/>
      <dgm:spPr/>
      <dgm:t>
        <a:bodyPr/>
        <a:lstStyle/>
        <a:p>
          <a:r>
            <a:rPr lang="en-US"/>
            <a:t>• Implement Adaptive Refresh in a small array to minimize leakage (~90% reduction).</a:t>
          </a:r>
        </a:p>
      </dgm:t>
    </dgm:pt>
    <dgm:pt modelId="{F9ACEC5E-9581-4B4C-89B4-FC5554FAD14D}" type="parTrans" cxnId="{4CEF8443-F3F8-4196-8DF1-1A20286A5E0F}">
      <dgm:prSet/>
      <dgm:spPr/>
      <dgm:t>
        <a:bodyPr/>
        <a:lstStyle/>
        <a:p>
          <a:endParaRPr lang="en-US"/>
        </a:p>
      </dgm:t>
    </dgm:pt>
    <dgm:pt modelId="{448F6D61-72AB-4F0C-827A-A62864C2B1AF}" type="sibTrans" cxnId="{4CEF8443-F3F8-4196-8DF1-1A20286A5E0F}">
      <dgm:prSet/>
      <dgm:spPr/>
      <dgm:t>
        <a:bodyPr/>
        <a:lstStyle/>
        <a:p>
          <a:endParaRPr lang="en-US"/>
        </a:p>
      </dgm:t>
    </dgm:pt>
    <dgm:pt modelId="{5737A655-0370-4221-A322-3E9E8BB50993}">
      <dgm:prSet/>
      <dgm:spPr/>
      <dgm:t>
        <a:bodyPr/>
        <a:lstStyle/>
        <a:p>
          <a:r>
            <a:rPr lang="en-US"/>
            <a:t>• Compare performance (power, delay, SNM) with 6T and original 7T designs.</a:t>
          </a:r>
        </a:p>
      </dgm:t>
    </dgm:pt>
    <dgm:pt modelId="{7B86E252-172A-4361-8F1B-930826DCB0D7}" type="parTrans" cxnId="{7ED0A4B0-6E7C-4C82-AFE6-2D724052430D}">
      <dgm:prSet/>
      <dgm:spPr/>
      <dgm:t>
        <a:bodyPr/>
        <a:lstStyle/>
        <a:p>
          <a:endParaRPr lang="en-US"/>
        </a:p>
      </dgm:t>
    </dgm:pt>
    <dgm:pt modelId="{922DE062-F846-415D-8066-2A70512A0358}" type="sibTrans" cxnId="{7ED0A4B0-6E7C-4C82-AFE6-2D724052430D}">
      <dgm:prSet/>
      <dgm:spPr/>
      <dgm:t>
        <a:bodyPr/>
        <a:lstStyle/>
        <a:p>
          <a:endParaRPr lang="en-US"/>
        </a:p>
      </dgm:t>
    </dgm:pt>
    <dgm:pt modelId="{D240C7D2-F91F-4B52-9B1E-F18533A9C007}" type="pres">
      <dgm:prSet presAssocID="{FF63032A-3FAA-474F-B2F9-8DA31AEC5BCE}" presName="root" presStyleCnt="0">
        <dgm:presLayoutVars>
          <dgm:dir/>
          <dgm:resizeHandles val="exact"/>
        </dgm:presLayoutVars>
      </dgm:prSet>
      <dgm:spPr/>
    </dgm:pt>
    <dgm:pt modelId="{7A8E9804-BFE4-4B48-8589-F557938EBAE2}" type="pres">
      <dgm:prSet presAssocID="{FF63032A-3FAA-474F-B2F9-8DA31AEC5BCE}" presName="container" presStyleCnt="0">
        <dgm:presLayoutVars>
          <dgm:dir/>
          <dgm:resizeHandles val="exact"/>
        </dgm:presLayoutVars>
      </dgm:prSet>
      <dgm:spPr/>
    </dgm:pt>
    <dgm:pt modelId="{CCE52DE3-6280-429F-8C75-9DA0E8448FE9}" type="pres">
      <dgm:prSet presAssocID="{40D4259A-56F4-40C3-B2B8-8998578653F7}" presName="compNode" presStyleCnt="0"/>
      <dgm:spPr/>
    </dgm:pt>
    <dgm:pt modelId="{3B265F94-5E83-4843-AE22-CF72B8D98B77}" type="pres">
      <dgm:prSet presAssocID="{40D4259A-56F4-40C3-B2B8-8998578653F7}" presName="iconBgRect" presStyleLbl="bgShp" presStyleIdx="0" presStyleCnt="4"/>
      <dgm:spPr/>
    </dgm:pt>
    <dgm:pt modelId="{49CCDDD9-366B-4598-80D1-58241E0B7470}" type="pres">
      <dgm:prSet presAssocID="{40D4259A-56F4-40C3-B2B8-8998578653F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um"/>
        </a:ext>
      </dgm:extLst>
    </dgm:pt>
    <dgm:pt modelId="{5075873C-A951-4249-AB74-3CD7D5A340BE}" type="pres">
      <dgm:prSet presAssocID="{40D4259A-56F4-40C3-B2B8-8998578653F7}" presName="spaceRect" presStyleCnt="0"/>
      <dgm:spPr/>
    </dgm:pt>
    <dgm:pt modelId="{01CB8244-794D-46CA-A978-F6C704AAA210}" type="pres">
      <dgm:prSet presAssocID="{40D4259A-56F4-40C3-B2B8-8998578653F7}" presName="textRect" presStyleLbl="revTx" presStyleIdx="0" presStyleCnt="4">
        <dgm:presLayoutVars>
          <dgm:chMax val="1"/>
          <dgm:chPref val="1"/>
        </dgm:presLayoutVars>
      </dgm:prSet>
      <dgm:spPr/>
    </dgm:pt>
    <dgm:pt modelId="{E36AED78-892F-4434-B5A1-7FFBE7918B4B}" type="pres">
      <dgm:prSet presAssocID="{C408C679-7297-4371-BAEC-7B0B82190FCD}" presName="sibTrans" presStyleLbl="sibTrans2D1" presStyleIdx="0" presStyleCnt="0"/>
      <dgm:spPr/>
    </dgm:pt>
    <dgm:pt modelId="{CAFEF694-794C-48C8-806B-13A9EACA0670}" type="pres">
      <dgm:prSet presAssocID="{353232EF-1C16-4D09-A18C-25899F4688E9}" presName="compNode" presStyleCnt="0"/>
      <dgm:spPr/>
    </dgm:pt>
    <dgm:pt modelId="{49EAB9DA-12C4-408E-879D-DDE3A1680EDA}" type="pres">
      <dgm:prSet presAssocID="{353232EF-1C16-4D09-A18C-25899F4688E9}" presName="iconBgRect" presStyleLbl="bgShp" presStyleIdx="1" presStyleCnt="4"/>
      <dgm:spPr/>
    </dgm:pt>
    <dgm:pt modelId="{32E78028-5E6B-464B-9F0D-20626E3843B8}" type="pres">
      <dgm:prSet presAssocID="{353232EF-1C16-4D09-A18C-25899F4688E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471F681-E3EB-403C-8719-66ECA460CB3D}" type="pres">
      <dgm:prSet presAssocID="{353232EF-1C16-4D09-A18C-25899F4688E9}" presName="spaceRect" presStyleCnt="0"/>
      <dgm:spPr/>
    </dgm:pt>
    <dgm:pt modelId="{06560C81-2AC0-4763-8152-8A5670050E65}" type="pres">
      <dgm:prSet presAssocID="{353232EF-1C16-4D09-A18C-25899F4688E9}" presName="textRect" presStyleLbl="revTx" presStyleIdx="1" presStyleCnt="4">
        <dgm:presLayoutVars>
          <dgm:chMax val="1"/>
          <dgm:chPref val="1"/>
        </dgm:presLayoutVars>
      </dgm:prSet>
      <dgm:spPr/>
    </dgm:pt>
    <dgm:pt modelId="{8A1D486E-4F66-4F8A-96BA-BA0FBB815269}" type="pres">
      <dgm:prSet presAssocID="{0BC40294-E204-4DC9-A1AE-0DF1322D2C7E}" presName="sibTrans" presStyleLbl="sibTrans2D1" presStyleIdx="0" presStyleCnt="0"/>
      <dgm:spPr/>
    </dgm:pt>
    <dgm:pt modelId="{4CE60754-D3AB-491E-A004-3E92A53912E5}" type="pres">
      <dgm:prSet presAssocID="{E1D00996-33F4-48DA-BE02-9EA58A561E09}" presName="compNode" presStyleCnt="0"/>
      <dgm:spPr/>
    </dgm:pt>
    <dgm:pt modelId="{95118EEF-CA7A-4053-8DE7-75D2F7A35CC2}" type="pres">
      <dgm:prSet presAssocID="{E1D00996-33F4-48DA-BE02-9EA58A561E09}" presName="iconBgRect" presStyleLbl="bgShp" presStyleIdx="2" presStyleCnt="4"/>
      <dgm:spPr/>
    </dgm:pt>
    <dgm:pt modelId="{79B817D9-0A83-4640-8C22-4F115D62204A}" type="pres">
      <dgm:prSet presAssocID="{E1D00996-33F4-48DA-BE02-9EA58A561E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438390D2-F5A3-4177-B168-D9D379190A2A}" type="pres">
      <dgm:prSet presAssocID="{E1D00996-33F4-48DA-BE02-9EA58A561E09}" presName="spaceRect" presStyleCnt="0"/>
      <dgm:spPr/>
    </dgm:pt>
    <dgm:pt modelId="{FE112F12-AC79-4017-8945-342AA6ED3077}" type="pres">
      <dgm:prSet presAssocID="{E1D00996-33F4-48DA-BE02-9EA58A561E09}" presName="textRect" presStyleLbl="revTx" presStyleIdx="2" presStyleCnt="4">
        <dgm:presLayoutVars>
          <dgm:chMax val="1"/>
          <dgm:chPref val="1"/>
        </dgm:presLayoutVars>
      </dgm:prSet>
      <dgm:spPr/>
    </dgm:pt>
    <dgm:pt modelId="{2DE7A499-F690-4190-95E9-3D64F44A751F}" type="pres">
      <dgm:prSet presAssocID="{448F6D61-72AB-4F0C-827A-A62864C2B1AF}" presName="sibTrans" presStyleLbl="sibTrans2D1" presStyleIdx="0" presStyleCnt="0"/>
      <dgm:spPr/>
    </dgm:pt>
    <dgm:pt modelId="{98C2BD86-C93F-4627-8A87-E0C795A4C972}" type="pres">
      <dgm:prSet presAssocID="{5737A655-0370-4221-A322-3E9E8BB50993}" presName="compNode" presStyleCnt="0"/>
      <dgm:spPr/>
    </dgm:pt>
    <dgm:pt modelId="{56360428-7F78-4283-A0AC-8C32190050E0}" type="pres">
      <dgm:prSet presAssocID="{5737A655-0370-4221-A322-3E9E8BB50993}" presName="iconBgRect" presStyleLbl="bgShp" presStyleIdx="3" presStyleCnt="4"/>
      <dgm:spPr/>
    </dgm:pt>
    <dgm:pt modelId="{3FA24500-7690-4913-9DBF-F38FAEE43E08}" type="pres">
      <dgm:prSet presAssocID="{5737A655-0370-4221-A322-3E9E8BB509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9FD68CA3-309D-4D2F-95E9-E69ADC762081}" type="pres">
      <dgm:prSet presAssocID="{5737A655-0370-4221-A322-3E9E8BB50993}" presName="spaceRect" presStyleCnt="0"/>
      <dgm:spPr/>
    </dgm:pt>
    <dgm:pt modelId="{2D9602E9-7D5A-4A5C-ACA9-64C6CF9C0A11}" type="pres">
      <dgm:prSet presAssocID="{5737A655-0370-4221-A322-3E9E8BB509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BF09500-7E11-41BB-A804-D3042EEE8247}" type="presOf" srcId="{E1D00996-33F4-48DA-BE02-9EA58A561E09}" destId="{FE112F12-AC79-4017-8945-342AA6ED3077}" srcOrd="0" destOrd="0" presId="urn:microsoft.com/office/officeart/2018/2/layout/IconCircleList"/>
    <dgm:cxn modelId="{D4290607-35F2-4751-85F0-1DB677C8261C}" type="presOf" srcId="{40D4259A-56F4-40C3-B2B8-8998578653F7}" destId="{01CB8244-794D-46CA-A978-F6C704AAA210}" srcOrd="0" destOrd="0" presId="urn:microsoft.com/office/officeart/2018/2/layout/IconCircleList"/>
    <dgm:cxn modelId="{3F02DB0C-33AA-479B-B11E-88F18595B601}" type="presOf" srcId="{353232EF-1C16-4D09-A18C-25899F4688E9}" destId="{06560C81-2AC0-4763-8152-8A5670050E65}" srcOrd="0" destOrd="0" presId="urn:microsoft.com/office/officeart/2018/2/layout/IconCircleList"/>
    <dgm:cxn modelId="{497F8029-40AE-45D6-8C97-4852C0C5BBA9}" type="presOf" srcId="{0BC40294-E204-4DC9-A1AE-0DF1322D2C7E}" destId="{8A1D486E-4F66-4F8A-96BA-BA0FBB815269}" srcOrd="0" destOrd="0" presId="urn:microsoft.com/office/officeart/2018/2/layout/IconCircleList"/>
    <dgm:cxn modelId="{3172633D-F765-489F-A327-52C0B2A8D128}" srcId="{FF63032A-3FAA-474F-B2F9-8DA31AEC5BCE}" destId="{353232EF-1C16-4D09-A18C-25899F4688E9}" srcOrd="1" destOrd="0" parTransId="{625E110A-50BA-4708-85EC-92EDB0E2ECE6}" sibTransId="{0BC40294-E204-4DC9-A1AE-0DF1322D2C7E}"/>
    <dgm:cxn modelId="{4CEF8443-F3F8-4196-8DF1-1A20286A5E0F}" srcId="{FF63032A-3FAA-474F-B2F9-8DA31AEC5BCE}" destId="{E1D00996-33F4-48DA-BE02-9EA58A561E09}" srcOrd="2" destOrd="0" parTransId="{F9ACEC5E-9581-4B4C-89B4-FC5554FAD14D}" sibTransId="{448F6D61-72AB-4F0C-827A-A62864C2B1AF}"/>
    <dgm:cxn modelId="{D84F147D-4AF0-427F-90B3-FFCE3C79C3D7}" type="presOf" srcId="{FF63032A-3FAA-474F-B2F9-8DA31AEC5BCE}" destId="{D240C7D2-F91F-4B52-9B1E-F18533A9C007}" srcOrd="0" destOrd="0" presId="urn:microsoft.com/office/officeart/2018/2/layout/IconCircleList"/>
    <dgm:cxn modelId="{F9922DA1-595A-43C9-A7BE-1127431BF0B9}" type="presOf" srcId="{5737A655-0370-4221-A322-3E9E8BB50993}" destId="{2D9602E9-7D5A-4A5C-ACA9-64C6CF9C0A11}" srcOrd="0" destOrd="0" presId="urn:microsoft.com/office/officeart/2018/2/layout/IconCircleList"/>
    <dgm:cxn modelId="{7ED0A4B0-6E7C-4C82-AFE6-2D724052430D}" srcId="{FF63032A-3FAA-474F-B2F9-8DA31AEC5BCE}" destId="{5737A655-0370-4221-A322-3E9E8BB50993}" srcOrd="3" destOrd="0" parTransId="{7B86E252-172A-4361-8F1B-930826DCB0D7}" sibTransId="{922DE062-F846-415D-8066-2A70512A0358}"/>
    <dgm:cxn modelId="{8FA02BC3-4A2A-4724-B043-BC145E3996F3}" type="presOf" srcId="{C408C679-7297-4371-BAEC-7B0B82190FCD}" destId="{E36AED78-892F-4434-B5A1-7FFBE7918B4B}" srcOrd="0" destOrd="0" presId="urn:microsoft.com/office/officeart/2018/2/layout/IconCircleList"/>
    <dgm:cxn modelId="{1C3455D8-21DD-45E0-8592-FBDAD3D67A01}" type="presOf" srcId="{448F6D61-72AB-4F0C-827A-A62864C2B1AF}" destId="{2DE7A499-F690-4190-95E9-3D64F44A751F}" srcOrd="0" destOrd="0" presId="urn:microsoft.com/office/officeart/2018/2/layout/IconCircleList"/>
    <dgm:cxn modelId="{A27A14E9-2BA4-4549-A9D3-C4151E5CF8BB}" srcId="{FF63032A-3FAA-474F-B2F9-8DA31AEC5BCE}" destId="{40D4259A-56F4-40C3-B2B8-8998578653F7}" srcOrd="0" destOrd="0" parTransId="{A39D6D2E-16D0-4B3D-B5A8-3F0FC17CE592}" sibTransId="{C408C679-7297-4371-BAEC-7B0B82190FCD}"/>
    <dgm:cxn modelId="{0DBEAA77-5A6D-4874-AC14-7CF5F1FADFB5}" type="presParOf" srcId="{D240C7D2-F91F-4B52-9B1E-F18533A9C007}" destId="{7A8E9804-BFE4-4B48-8589-F557938EBAE2}" srcOrd="0" destOrd="0" presId="urn:microsoft.com/office/officeart/2018/2/layout/IconCircleList"/>
    <dgm:cxn modelId="{31EB9E93-916D-43C7-8921-B69FB18602C8}" type="presParOf" srcId="{7A8E9804-BFE4-4B48-8589-F557938EBAE2}" destId="{CCE52DE3-6280-429F-8C75-9DA0E8448FE9}" srcOrd="0" destOrd="0" presId="urn:microsoft.com/office/officeart/2018/2/layout/IconCircleList"/>
    <dgm:cxn modelId="{D1994CC8-2A4F-4538-A4C6-05E364796425}" type="presParOf" srcId="{CCE52DE3-6280-429F-8C75-9DA0E8448FE9}" destId="{3B265F94-5E83-4843-AE22-CF72B8D98B77}" srcOrd="0" destOrd="0" presId="urn:microsoft.com/office/officeart/2018/2/layout/IconCircleList"/>
    <dgm:cxn modelId="{A05E8BB0-73D6-4EB5-805A-CD5109178D75}" type="presParOf" srcId="{CCE52DE3-6280-429F-8C75-9DA0E8448FE9}" destId="{49CCDDD9-366B-4598-80D1-58241E0B7470}" srcOrd="1" destOrd="0" presId="urn:microsoft.com/office/officeart/2018/2/layout/IconCircleList"/>
    <dgm:cxn modelId="{22693179-0B1A-4769-95E5-91DA84098B77}" type="presParOf" srcId="{CCE52DE3-6280-429F-8C75-9DA0E8448FE9}" destId="{5075873C-A951-4249-AB74-3CD7D5A340BE}" srcOrd="2" destOrd="0" presId="urn:microsoft.com/office/officeart/2018/2/layout/IconCircleList"/>
    <dgm:cxn modelId="{7D23879F-6F10-45DF-B208-2FA8A5690303}" type="presParOf" srcId="{CCE52DE3-6280-429F-8C75-9DA0E8448FE9}" destId="{01CB8244-794D-46CA-A978-F6C704AAA210}" srcOrd="3" destOrd="0" presId="urn:microsoft.com/office/officeart/2018/2/layout/IconCircleList"/>
    <dgm:cxn modelId="{7B29B3B8-5E65-48F1-8CEF-9B935F0A7188}" type="presParOf" srcId="{7A8E9804-BFE4-4B48-8589-F557938EBAE2}" destId="{E36AED78-892F-4434-B5A1-7FFBE7918B4B}" srcOrd="1" destOrd="0" presId="urn:microsoft.com/office/officeart/2018/2/layout/IconCircleList"/>
    <dgm:cxn modelId="{E65A8053-59C8-4999-AC1C-61DC87A1FEFF}" type="presParOf" srcId="{7A8E9804-BFE4-4B48-8589-F557938EBAE2}" destId="{CAFEF694-794C-48C8-806B-13A9EACA0670}" srcOrd="2" destOrd="0" presId="urn:microsoft.com/office/officeart/2018/2/layout/IconCircleList"/>
    <dgm:cxn modelId="{27556062-D18C-4F74-9B1D-C26BC3231A63}" type="presParOf" srcId="{CAFEF694-794C-48C8-806B-13A9EACA0670}" destId="{49EAB9DA-12C4-408E-879D-DDE3A1680EDA}" srcOrd="0" destOrd="0" presId="urn:microsoft.com/office/officeart/2018/2/layout/IconCircleList"/>
    <dgm:cxn modelId="{E232E0B5-DCCE-4B21-A4A4-ADA1E2AFB539}" type="presParOf" srcId="{CAFEF694-794C-48C8-806B-13A9EACA0670}" destId="{32E78028-5E6B-464B-9F0D-20626E3843B8}" srcOrd="1" destOrd="0" presId="urn:microsoft.com/office/officeart/2018/2/layout/IconCircleList"/>
    <dgm:cxn modelId="{656A4906-0E96-41D5-8C63-26C14EFD2C1E}" type="presParOf" srcId="{CAFEF694-794C-48C8-806B-13A9EACA0670}" destId="{1471F681-E3EB-403C-8719-66ECA460CB3D}" srcOrd="2" destOrd="0" presId="urn:microsoft.com/office/officeart/2018/2/layout/IconCircleList"/>
    <dgm:cxn modelId="{573D3E7A-8DE6-42B8-AB5D-5B5C89E98F29}" type="presParOf" srcId="{CAFEF694-794C-48C8-806B-13A9EACA0670}" destId="{06560C81-2AC0-4763-8152-8A5670050E65}" srcOrd="3" destOrd="0" presId="urn:microsoft.com/office/officeart/2018/2/layout/IconCircleList"/>
    <dgm:cxn modelId="{C48C7A6E-056D-4522-8B01-5D5940CAEDAE}" type="presParOf" srcId="{7A8E9804-BFE4-4B48-8589-F557938EBAE2}" destId="{8A1D486E-4F66-4F8A-96BA-BA0FBB815269}" srcOrd="3" destOrd="0" presId="urn:microsoft.com/office/officeart/2018/2/layout/IconCircleList"/>
    <dgm:cxn modelId="{C1168625-976F-4D65-BE6C-36D4808754A8}" type="presParOf" srcId="{7A8E9804-BFE4-4B48-8589-F557938EBAE2}" destId="{4CE60754-D3AB-491E-A004-3E92A53912E5}" srcOrd="4" destOrd="0" presId="urn:microsoft.com/office/officeart/2018/2/layout/IconCircleList"/>
    <dgm:cxn modelId="{148B3AF6-71E5-4DCC-A8C5-82FCC54C15F4}" type="presParOf" srcId="{4CE60754-D3AB-491E-A004-3E92A53912E5}" destId="{95118EEF-CA7A-4053-8DE7-75D2F7A35CC2}" srcOrd="0" destOrd="0" presId="urn:microsoft.com/office/officeart/2018/2/layout/IconCircleList"/>
    <dgm:cxn modelId="{18125225-B7CB-4937-A9D9-AD47BD775C90}" type="presParOf" srcId="{4CE60754-D3AB-491E-A004-3E92A53912E5}" destId="{79B817D9-0A83-4640-8C22-4F115D62204A}" srcOrd="1" destOrd="0" presId="urn:microsoft.com/office/officeart/2018/2/layout/IconCircleList"/>
    <dgm:cxn modelId="{AA67205E-30DB-4314-AFE7-95E3529A5C64}" type="presParOf" srcId="{4CE60754-D3AB-491E-A004-3E92A53912E5}" destId="{438390D2-F5A3-4177-B168-D9D379190A2A}" srcOrd="2" destOrd="0" presId="urn:microsoft.com/office/officeart/2018/2/layout/IconCircleList"/>
    <dgm:cxn modelId="{44AFDC1B-3725-41B1-AF81-92798B67145C}" type="presParOf" srcId="{4CE60754-D3AB-491E-A004-3E92A53912E5}" destId="{FE112F12-AC79-4017-8945-342AA6ED3077}" srcOrd="3" destOrd="0" presId="urn:microsoft.com/office/officeart/2018/2/layout/IconCircleList"/>
    <dgm:cxn modelId="{CCCF0D1F-FE78-4080-97D7-5A58E2F9F21B}" type="presParOf" srcId="{7A8E9804-BFE4-4B48-8589-F557938EBAE2}" destId="{2DE7A499-F690-4190-95E9-3D64F44A751F}" srcOrd="5" destOrd="0" presId="urn:microsoft.com/office/officeart/2018/2/layout/IconCircleList"/>
    <dgm:cxn modelId="{8C769249-A2AA-4E7B-B762-F8A2C840997D}" type="presParOf" srcId="{7A8E9804-BFE4-4B48-8589-F557938EBAE2}" destId="{98C2BD86-C93F-4627-8A87-E0C795A4C972}" srcOrd="6" destOrd="0" presId="urn:microsoft.com/office/officeart/2018/2/layout/IconCircleList"/>
    <dgm:cxn modelId="{8A54B629-CF9A-41DD-AAA3-EF45514AA413}" type="presParOf" srcId="{98C2BD86-C93F-4627-8A87-E0C795A4C972}" destId="{56360428-7F78-4283-A0AC-8C32190050E0}" srcOrd="0" destOrd="0" presId="urn:microsoft.com/office/officeart/2018/2/layout/IconCircleList"/>
    <dgm:cxn modelId="{30368C2D-9206-4EDE-91E8-2FB59564FB69}" type="presParOf" srcId="{98C2BD86-C93F-4627-8A87-E0C795A4C972}" destId="{3FA24500-7690-4913-9DBF-F38FAEE43E08}" srcOrd="1" destOrd="0" presId="urn:microsoft.com/office/officeart/2018/2/layout/IconCircleList"/>
    <dgm:cxn modelId="{0C07F5C9-B68F-480C-A93F-6AB5970E1DFE}" type="presParOf" srcId="{98C2BD86-C93F-4627-8A87-E0C795A4C972}" destId="{9FD68CA3-309D-4D2F-95E9-E69ADC762081}" srcOrd="2" destOrd="0" presId="urn:microsoft.com/office/officeart/2018/2/layout/IconCircleList"/>
    <dgm:cxn modelId="{6605829E-50A0-4627-B2D3-CA9537EC5E0C}" type="presParOf" srcId="{98C2BD86-C93F-4627-8A87-E0C795A4C972}" destId="{2D9602E9-7D5A-4A5C-ACA9-64C6CF9C0A1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58B3F8-A5CF-4775-83B8-0A5C0402E71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1C41680-C519-4733-808F-3C1F341A98F7}">
      <dgm:prSet/>
      <dgm:spPr/>
      <dgm:t>
        <a:bodyPr/>
        <a:lstStyle/>
        <a:p>
          <a:r>
            <a:rPr lang="en-US"/>
            <a:t>• 6T SRAM:</a:t>
          </a:r>
        </a:p>
      </dgm:t>
    </dgm:pt>
    <dgm:pt modelId="{AC191B88-7A5E-41FB-8DA9-BE5E7FE102E2}" type="parTrans" cxnId="{B8BC0331-32D6-4968-B8B8-6C07B0742580}">
      <dgm:prSet/>
      <dgm:spPr/>
      <dgm:t>
        <a:bodyPr/>
        <a:lstStyle/>
        <a:p>
          <a:endParaRPr lang="en-US"/>
        </a:p>
      </dgm:t>
    </dgm:pt>
    <dgm:pt modelId="{566C3BC5-0723-4993-A740-96E7D41DB637}" type="sibTrans" cxnId="{B8BC0331-32D6-4968-B8B8-6C07B0742580}">
      <dgm:prSet/>
      <dgm:spPr/>
      <dgm:t>
        <a:bodyPr/>
        <a:lstStyle/>
        <a:p>
          <a:endParaRPr lang="en-US"/>
        </a:p>
      </dgm:t>
    </dgm:pt>
    <dgm:pt modelId="{4C26D81E-8354-4C45-B518-DFEF0704B26F}">
      <dgm:prSet/>
      <dgm:spPr/>
      <dgm:t>
        <a:bodyPr/>
        <a:lstStyle/>
        <a:p>
          <a:r>
            <a:rPr lang="en-US"/>
            <a:t>- Simple, widely used, but fails at low voltage.</a:t>
          </a:r>
        </a:p>
      </dgm:t>
    </dgm:pt>
    <dgm:pt modelId="{B7B9F60F-538F-423D-92A7-9C93C074EC69}" type="parTrans" cxnId="{0D02195F-5326-4478-BE6F-88DB80BA4BC2}">
      <dgm:prSet/>
      <dgm:spPr/>
      <dgm:t>
        <a:bodyPr/>
        <a:lstStyle/>
        <a:p>
          <a:endParaRPr lang="en-US"/>
        </a:p>
      </dgm:t>
    </dgm:pt>
    <dgm:pt modelId="{1874141D-4AAE-4F5D-B035-CEE06C395119}" type="sibTrans" cxnId="{0D02195F-5326-4478-BE6F-88DB80BA4BC2}">
      <dgm:prSet/>
      <dgm:spPr/>
      <dgm:t>
        <a:bodyPr/>
        <a:lstStyle/>
        <a:p>
          <a:endParaRPr lang="en-US"/>
        </a:p>
      </dgm:t>
    </dgm:pt>
    <dgm:pt modelId="{D124860E-D766-4A4A-B28B-8CF641FBD21E}">
      <dgm:prSet/>
      <dgm:spPr/>
      <dgm:t>
        <a:bodyPr/>
        <a:lstStyle/>
        <a:p>
          <a:r>
            <a:rPr lang="en-US"/>
            <a:t>• 8T SRAM:</a:t>
          </a:r>
        </a:p>
      </dgm:t>
    </dgm:pt>
    <dgm:pt modelId="{04330153-A10A-406A-8CC8-ECD743AD2E8E}" type="parTrans" cxnId="{4C33795C-CA90-4922-89E5-941C8C645AC8}">
      <dgm:prSet/>
      <dgm:spPr/>
      <dgm:t>
        <a:bodyPr/>
        <a:lstStyle/>
        <a:p>
          <a:endParaRPr lang="en-US"/>
        </a:p>
      </dgm:t>
    </dgm:pt>
    <dgm:pt modelId="{43A71B4E-18A9-40AE-B6B2-328ACC854BA2}" type="sibTrans" cxnId="{4C33795C-CA90-4922-89E5-941C8C645AC8}">
      <dgm:prSet/>
      <dgm:spPr/>
      <dgm:t>
        <a:bodyPr/>
        <a:lstStyle/>
        <a:p>
          <a:endParaRPr lang="en-US"/>
        </a:p>
      </dgm:t>
    </dgm:pt>
    <dgm:pt modelId="{CE297573-F636-4495-B484-E25DA3797566}">
      <dgm:prSet/>
      <dgm:spPr/>
      <dgm:t>
        <a:bodyPr/>
        <a:lstStyle/>
        <a:p>
          <a:r>
            <a:rPr lang="en-US"/>
            <a:t>- Adds a read port for stability but suffers from high leakage and power overhead.</a:t>
          </a:r>
        </a:p>
      </dgm:t>
    </dgm:pt>
    <dgm:pt modelId="{C5E52855-F121-421A-8A5B-1525786A6984}" type="parTrans" cxnId="{4FA3E510-6041-4849-9118-E023559F9786}">
      <dgm:prSet/>
      <dgm:spPr/>
      <dgm:t>
        <a:bodyPr/>
        <a:lstStyle/>
        <a:p>
          <a:endParaRPr lang="en-US"/>
        </a:p>
      </dgm:t>
    </dgm:pt>
    <dgm:pt modelId="{9FEB1970-1E57-400B-B09E-CEE08D382122}" type="sibTrans" cxnId="{4FA3E510-6041-4849-9118-E023559F9786}">
      <dgm:prSet/>
      <dgm:spPr/>
      <dgm:t>
        <a:bodyPr/>
        <a:lstStyle/>
        <a:p>
          <a:endParaRPr lang="en-US"/>
        </a:p>
      </dgm:t>
    </dgm:pt>
    <dgm:pt modelId="{1F864E19-5881-4469-BFA2-BAB7CF35DD68}">
      <dgm:prSet/>
      <dgm:spPr/>
      <dgm:t>
        <a:bodyPr/>
        <a:lstStyle/>
        <a:p>
          <a:r>
            <a:rPr lang="en-US"/>
            <a:t>• Both require assist techniques for ultra-low voltage, adding complexity and area.</a:t>
          </a:r>
        </a:p>
      </dgm:t>
    </dgm:pt>
    <dgm:pt modelId="{25311622-6EB4-442A-B24D-924248BA5C1A}" type="parTrans" cxnId="{0505899B-ED54-48AB-8C00-9FE15BC2F43A}">
      <dgm:prSet/>
      <dgm:spPr/>
      <dgm:t>
        <a:bodyPr/>
        <a:lstStyle/>
        <a:p>
          <a:endParaRPr lang="en-US"/>
        </a:p>
      </dgm:t>
    </dgm:pt>
    <dgm:pt modelId="{30FB4BCC-92AF-4200-A330-479778AB5AA7}" type="sibTrans" cxnId="{0505899B-ED54-48AB-8C00-9FE15BC2F43A}">
      <dgm:prSet/>
      <dgm:spPr/>
      <dgm:t>
        <a:bodyPr/>
        <a:lstStyle/>
        <a:p>
          <a:endParaRPr lang="en-US"/>
        </a:p>
      </dgm:t>
    </dgm:pt>
    <dgm:pt modelId="{C7EBFB3E-CE9B-4B97-8340-7AC4C559BF67}" type="pres">
      <dgm:prSet presAssocID="{B158B3F8-A5CF-4775-83B8-0A5C0402E710}" presName="linear" presStyleCnt="0">
        <dgm:presLayoutVars>
          <dgm:animLvl val="lvl"/>
          <dgm:resizeHandles val="exact"/>
        </dgm:presLayoutVars>
      </dgm:prSet>
      <dgm:spPr/>
    </dgm:pt>
    <dgm:pt modelId="{EAD514A9-1A58-4CB8-96FB-CEAC4551B6AA}" type="pres">
      <dgm:prSet presAssocID="{01C41680-C519-4733-808F-3C1F341A98F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1D8A6D6-F74D-488C-B0CC-417F255225BA}" type="pres">
      <dgm:prSet presAssocID="{566C3BC5-0723-4993-A740-96E7D41DB637}" presName="spacer" presStyleCnt="0"/>
      <dgm:spPr/>
    </dgm:pt>
    <dgm:pt modelId="{398865CA-88BE-4BCA-8AEC-20D91CA829DC}" type="pres">
      <dgm:prSet presAssocID="{4C26D81E-8354-4C45-B518-DFEF0704B26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EAFB688-A758-4DD8-9297-0CC2A2F7660E}" type="pres">
      <dgm:prSet presAssocID="{1874141D-4AAE-4F5D-B035-CEE06C395119}" presName="spacer" presStyleCnt="0"/>
      <dgm:spPr/>
    </dgm:pt>
    <dgm:pt modelId="{4CA34E16-D436-426B-B119-2B4464092CD8}" type="pres">
      <dgm:prSet presAssocID="{D124860E-D766-4A4A-B28B-8CF641FBD21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1DC89C4-9A26-4382-81B5-B18F89555C0B}" type="pres">
      <dgm:prSet presAssocID="{43A71B4E-18A9-40AE-B6B2-328ACC854BA2}" presName="spacer" presStyleCnt="0"/>
      <dgm:spPr/>
    </dgm:pt>
    <dgm:pt modelId="{6D4D13B0-64EC-432F-AAD8-E2EBF200318E}" type="pres">
      <dgm:prSet presAssocID="{CE297573-F636-4495-B484-E25DA37975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98C2A56-9D28-43AF-9613-43763E5D64AE}" type="pres">
      <dgm:prSet presAssocID="{9FEB1970-1E57-400B-B09E-CEE08D382122}" presName="spacer" presStyleCnt="0"/>
      <dgm:spPr/>
    </dgm:pt>
    <dgm:pt modelId="{5C05D683-A1C7-4039-B9D9-B9D24F3534DC}" type="pres">
      <dgm:prSet presAssocID="{1F864E19-5881-4469-BFA2-BAB7CF35DD6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FA3E510-6041-4849-9118-E023559F9786}" srcId="{B158B3F8-A5CF-4775-83B8-0A5C0402E710}" destId="{CE297573-F636-4495-B484-E25DA3797566}" srcOrd="3" destOrd="0" parTransId="{C5E52855-F121-421A-8A5B-1525786A6984}" sibTransId="{9FEB1970-1E57-400B-B09E-CEE08D382122}"/>
    <dgm:cxn modelId="{C1B9BA24-8D9F-4E9F-94FA-B5C19A2CDF47}" type="presOf" srcId="{B158B3F8-A5CF-4775-83B8-0A5C0402E710}" destId="{C7EBFB3E-CE9B-4B97-8340-7AC4C559BF67}" srcOrd="0" destOrd="0" presId="urn:microsoft.com/office/officeart/2005/8/layout/vList2"/>
    <dgm:cxn modelId="{B8BC0331-32D6-4968-B8B8-6C07B0742580}" srcId="{B158B3F8-A5CF-4775-83B8-0A5C0402E710}" destId="{01C41680-C519-4733-808F-3C1F341A98F7}" srcOrd="0" destOrd="0" parTransId="{AC191B88-7A5E-41FB-8DA9-BE5E7FE102E2}" sibTransId="{566C3BC5-0723-4993-A740-96E7D41DB637}"/>
    <dgm:cxn modelId="{D369733F-0E40-421D-A605-47D16446DD5B}" type="presOf" srcId="{D124860E-D766-4A4A-B28B-8CF641FBD21E}" destId="{4CA34E16-D436-426B-B119-2B4464092CD8}" srcOrd="0" destOrd="0" presId="urn:microsoft.com/office/officeart/2005/8/layout/vList2"/>
    <dgm:cxn modelId="{09CBF540-6AFA-4387-A3C6-78A91C0026C5}" type="presOf" srcId="{1F864E19-5881-4469-BFA2-BAB7CF35DD68}" destId="{5C05D683-A1C7-4039-B9D9-B9D24F3534DC}" srcOrd="0" destOrd="0" presId="urn:microsoft.com/office/officeart/2005/8/layout/vList2"/>
    <dgm:cxn modelId="{4C33795C-CA90-4922-89E5-941C8C645AC8}" srcId="{B158B3F8-A5CF-4775-83B8-0A5C0402E710}" destId="{D124860E-D766-4A4A-B28B-8CF641FBD21E}" srcOrd="2" destOrd="0" parTransId="{04330153-A10A-406A-8CC8-ECD743AD2E8E}" sibTransId="{43A71B4E-18A9-40AE-B6B2-328ACC854BA2}"/>
    <dgm:cxn modelId="{0D02195F-5326-4478-BE6F-88DB80BA4BC2}" srcId="{B158B3F8-A5CF-4775-83B8-0A5C0402E710}" destId="{4C26D81E-8354-4C45-B518-DFEF0704B26F}" srcOrd="1" destOrd="0" parTransId="{B7B9F60F-538F-423D-92A7-9C93C074EC69}" sibTransId="{1874141D-4AAE-4F5D-B035-CEE06C395119}"/>
    <dgm:cxn modelId="{5274A453-5C5A-4CAA-BA1B-403B4F59D1F9}" type="presOf" srcId="{01C41680-C519-4733-808F-3C1F341A98F7}" destId="{EAD514A9-1A58-4CB8-96FB-CEAC4551B6AA}" srcOrd="0" destOrd="0" presId="urn:microsoft.com/office/officeart/2005/8/layout/vList2"/>
    <dgm:cxn modelId="{0505899B-ED54-48AB-8C00-9FE15BC2F43A}" srcId="{B158B3F8-A5CF-4775-83B8-0A5C0402E710}" destId="{1F864E19-5881-4469-BFA2-BAB7CF35DD68}" srcOrd="4" destOrd="0" parTransId="{25311622-6EB4-442A-B24D-924248BA5C1A}" sibTransId="{30FB4BCC-92AF-4200-A330-479778AB5AA7}"/>
    <dgm:cxn modelId="{F9F6DF9C-EFF8-454A-8651-F29A7BB3ED56}" type="presOf" srcId="{4C26D81E-8354-4C45-B518-DFEF0704B26F}" destId="{398865CA-88BE-4BCA-8AEC-20D91CA829DC}" srcOrd="0" destOrd="0" presId="urn:microsoft.com/office/officeart/2005/8/layout/vList2"/>
    <dgm:cxn modelId="{13BFA1FD-6A3B-4E5D-853C-4612954D0308}" type="presOf" srcId="{CE297573-F636-4495-B484-E25DA3797566}" destId="{6D4D13B0-64EC-432F-AAD8-E2EBF200318E}" srcOrd="0" destOrd="0" presId="urn:microsoft.com/office/officeart/2005/8/layout/vList2"/>
    <dgm:cxn modelId="{A76E3ACD-BC98-4495-87A2-6EA6B006E14D}" type="presParOf" srcId="{C7EBFB3E-CE9B-4B97-8340-7AC4C559BF67}" destId="{EAD514A9-1A58-4CB8-96FB-CEAC4551B6AA}" srcOrd="0" destOrd="0" presId="urn:microsoft.com/office/officeart/2005/8/layout/vList2"/>
    <dgm:cxn modelId="{4EE550BF-6C58-4E46-8E94-857F3286422D}" type="presParOf" srcId="{C7EBFB3E-CE9B-4B97-8340-7AC4C559BF67}" destId="{11D8A6D6-F74D-488C-B0CC-417F255225BA}" srcOrd="1" destOrd="0" presId="urn:microsoft.com/office/officeart/2005/8/layout/vList2"/>
    <dgm:cxn modelId="{97126D8E-FC98-4F96-B638-EECE9AB9D02B}" type="presParOf" srcId="{C7EBFB3E-CE9B-4B97-8340-7AC4C559BF67}" destId="{398865CA-88BE-4BCA-8AEC-20D91CA829DC}" srcOrd="2" destOrd="0" presId="urn:microsoft.com/office/officeart/2005/8/layout/vList2"/>
    <dgm:cxn modelId="{F56D68EB-447D-4497-823C-E9AFDE5DD42E}" type="presParOf" srcId="{C7EBFB3E-CE9B-4B97-8340-7AC4C559BF67}" destId="{DEAFB688-A758-4DD8-9297-0CC2A2F7660E}" srcOrd="3" destOrd="0" presId="urn:microsoft.com/office/officeart/2005/8/layout/vList2"/>
    <dgm:cxn modelId="{E1D18ACA-F956-405D-AF23-E9D8C579F012}" type="presParOf" srcId="{C7EBFB3E-CE9B-4B97-8340-7AC4C559BF67}" destId="{4CA34E16-D436-426B-B119-2B4464092CD8}" srcOrd="4" destOrd="0" presId="urn:microsoft.com/office/officeart/2005/8/layout/vList2"/>
    <dgm:cxn modelId="{A33D81F4-2FF3-4787-A663-45A95C7377A6}" type="presParOf" srcId="{C7EBFB3E-CE9B-4B97-8340-7AC4C559BF67}" destId="{81DC89C4-9A26-4382-81B5-B18F89555C0B}" srcOrd="5" destOrd="0" presId="urn:microsoft.com/office/officeart/2005/8/layout/vList2"/>
    <dgm:cxn modelId="{9993ECFD-1D25-4CBE-A8C0-B9042A166DE5}" type="presParOf" srcId="{C7EBFB3E-CE9B-4B97-8340-7AC4C559BF67}" destId="{6D4D13B0-64EC-432F-AAD8-E2EBF200318E}" srcOrd="6" destOrd="0" presId="urn:microsoft.com/office/officeart/2005/8/layout/vList2"/>
    <dgm:cxn modelId="{C21DE093-92B7-4ADC-AD1D-F50E60743A20}" type="presParOf" srcId="{C7EBFB3E-CE9B-4B97-8340-7AC4C559BF67}" destId="{E98C2A56-9D28-43AF-9613-43763E5D64AE}" srcOrd="7" destOrd="0" presId="urn:microsoft.com/office/officeart/2005/8/layout/vList2"/>
    <dgm:cxn modelId="{90ED07AF-077D-4208-8C30-A5A2130A4A1A}" type="presParOf" srcId="{C7EBFB3E-CE9B-4B97-8340-7AC4C559BF67}" destId="{5C05D683-A1C7-4039-B9D9-B9D24F3534D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541024-19F0-41E8-B55A-D8123A40229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DF4551A-31D8-42B0-83AD-BBDC0EB6BC01}">
      <dgm:prSet/>
      <dgm:spPr/>
      <dgm:t>
        <a:bodyPr/>
        <a:lstStyle/>
        <a:p>
          <a:r>
            <a:rPr lang="en-US"/>
            <a:t>• ~40% faster read at 0.35V compared to original 7T.</a:t>
          </a:r>
        </a:p>
      </dgm:t>
    </dgm:pt>
    <dgm:pt modelId="{D78657BC-3CEE-427B-8A63-CBAA6962752E}" type="parTrans" cxnId="{5296DB9E-8EF7-4854-B357-6D2C84B68B96}">
      <dgm:prSet/>
      <dgm:spPr/>
      <dgm:t>
        <a:bodyPr/>
        <a:lstStyle/>
        <a:p>
          <a:endParaRPr lang="en-US"/>
        </a:p>
      </dgm:t>
    </dgm:pt>
    <dgm:pt modelId="{9872BC5A-8DC1-4894-A95E-938CF8E0F736}" type="sibTrans" cxnId="{5296DB9E-8EF7-4854-B357-6D2C84B68B96}">
      <dgm:prSet/>
      <dgm:spPr/>
      <dgm:t>
        <a:bodyPr/>
        <a:lstStyle/>
        <a:p>
          <a:endParaRPr lang="en-US"/>
        </a:p>
      </dgm:t>
    </dgm:pt>
    <dgm:pt modelId="{AFC9CEF0-B374-4BF1-AA9D-64BCE4D4DBD5}">
      <dgm:prSet/>
      <dgm:spPr/>
      <dgm:t>
        <a:bodyPr/>
        <a:lstStyle/>
        <a:p>
          <a:r>
            <a:rPr lang="en-US"/>
            <a:t>• Standby leakage reduced by ~90% with refresh.</a:t>
          </a:r>
        </a:p>
      </dgm:t>
    </dgm:pt>
    <dgm:pt modelId="{0CC4BBAB-8EAB-499F-9A28-449108A048D4}" type="parTrans" cxnId="{C59FB376-A8F0-4C4B-BB0F-09801C628EC7}">
      <dgm:prSet/>
      <dgm:spPr/>
      <dgm:t>
        <a:bodyPr/>
        <a:lstStyle/>
        <a:p>
          <a:endParaRPr lang="en-US"/>
        </a:p>
      </dgm:t>
    </dgm:pt>
    <dgm:pt modelId="{2906A526-79BC-4F09-95B1-B5668568038F}" type="sibTrans" cxnId="{C59FB376-A8F0-4C4B-BB0F-09801C628EC7}">
      <dgm:prSet/>
      <dgm:spPr/>
      <dgm:t>
        <a:bodyPr/>
        <a:lstStyle/>
        <a:p>
          <a:endParaRPr lang="en-US"/>
        </a:p>
      </dgm:t>
    </dgm:pt>
    <dgm:pt modelId="{73FD01BE-5DFA-4BED-A188-295E7D3CD172}">
      <dgm:prSet/>
      <dgm:spPr/>
      <dgm:t>
        <a:bodyPr/>
        <a:lstStyle/>
        <a:p>
          <a:r>
            <a:rPr lang="en-US"/>
            <a:t>• Power remains ~30% of 6T design (due to no bitline precharge).</a:t>
          </a:r>
        </a:p>
      </dgm:t>
    </dgm:pt>
    <dgm:pt modelId="{95178FA3-2E80-4436-91FA-BCCA79A01C07}" type="parTrans" cxnId="{9C0BB72D-BFB6-4CBF-82B5-DD738A8DC9D6}">
      <dgm:prSet/>
      <dgm:spPr/>
      <dgm:t>
        <a:bodyPr/>
        <a:lstStyle/>
        <a:p>
          <a:endParaRPr lang="en-US"/>
        </a:p>
      </dgm:t>
    </dgm:pt>
    <dgm:pt modelId="{344B0B94-1673-4CF0-B826-5054F9924267}" type="sibTrans" cxnId="{9C0BB72D-BFB6-4CBF-82B5-DD738A8DC9D6}">
      <dgm:prSet/>
      <dgm:spPr/>
      <dgm:t>
        <a:bodyPr/>
        <a:lstStyle/>
        <a:p>
          <a:endParaRPr lang="en-US"/>
        </a:p>
      </dgm:t>
    </dgm:pt>
    <dgm:pt modelId="{3BA3FFB6-E9CC-4526-AE5D-2AF7FCCD12DD}">
      <dgm:prSet/>
      <dgm:spPr/>
      <dgm:t>
        <a:bodyPr/>
        <a:lstStyle/>
        <a:p>
          <a:r>
            <a:rPr lang="en-US"/>
            <a:t>• High SNM and stability across PVT variations.</a:t>
          </a:r>
        </a:p>
      </dgm:t>
    </dgm:pt>
    <dgm:pt modelId="{C56AE9C6-4063-40FC-A615-DFAA2889EBD1}" type="parTrans" cxnId="{AC6AD49E-7819-4EC8-926D-1CA93705A235}">
      <dgm:prSet/>
      <dgm:spPr/>
      <dgm:t>
        <a:bodyPr/>
        <a:lstStyle/>
        <a:p>
          <a:endParaRPr lang="en-US"/>
        </a:p>
      </dgm:t>
    </dgm:pt>
    <dgm:pt modelId="{B55625FA-0073-403C-A8E5-63B19139958A}" type="sibTrans" cxnId="{AC6AD49E-7819-4EC8-926D-1CA93705A235}">
      <dgm:prSet/>
      <dgm:spPr/>
      <dgm:t>
        <a:bodyPr/>
        <a:lstStyle/>
        <a:p>
          <a:endParaRPr lang="en-US"/>
        </a:p>
      </dgm:t>
    </dgm:pt>
    <dgm:pt modelId="{955FA63E-B97D-470E-92D1-974B01BCF14A}" type="pres">
      <dgm:prSet presAssocID="{68541024-19F0-41E8-B55A-D8123A402297}" presName="linear" presStyleCnt="0">
        <dgm:presLayoutVars>
          <dgm:animLvl val="lvl"/>
          <dgm:resizeHandles val="exact"/>
        </dgm:presLayoutVars>
      </dgm:prSet>
      <dgm:spPr/>
    </dgm:pt>
    <dgm:pt modelId="{CAA48669-B1B2-4B66-8ACB-961657C16D57}" type="pres">
      <dgm:prSet presAssocID="{BDF4551A-31D8-42B0-83AD-BBDC0EB6BC0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88A7EE-F3B8-42BD-B9D6-0E938AA341B0}" type="pres">
      <dgm:prSet presAssocID="{9872BC5A-8DC1-4894-A95E-938CF8E0F736}" presName="spacer" presStyleCnt="0"/>
      <dgm:spPr/>
    </dgm:pt>
    <dgm:pt modelId="{8203E66A-5BDC-4BB0-80C0-ED5119FE3A6B}" type="pres">
      <dgm:prSet presAssocID="{AFC9CEF0-B374-4BF1-AA9D-64BCE4D4DB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B6F05A4-4CA6-4B58-BBE7-7003DA047EFA}" type="pres">
      <dgm:prSet presAssocID="{2906A526-79BC-4F09-95B1-B5668568038F}" presName="spacer" presStyleCnt="0"/>
      <dgm:spPr/>
    </dgm:pt>
    <dgm:pt modelId="{1D38747B-5CB5-4EC8-B028-AC58106AC1E1}" type="pres">
      <dgm:prSet presAssocID="{73FD01BE-5DFA-4BED-A188-295E7D3CD17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0EA8009-34DE-44F3-BA38-6051C6A51732}" type="pres">
      <dgm:prSet presAssocID="{344B0B94-1673-4CF0-B826-5054F9924267}" presName="spacer" presStyleCnt="0"/>
      <dgm:spPr/>
    </dgm:pt>
    <dgm:pt modelId="{AFF98491-8673-4255-AF04-ED4E2AF634F5}" type="pres">
      <dgm:prSet presAssocID="{3BA3FFB6-E9CC-4526-AE5D-2AF7FCCD12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C0BB72D-BFB6-4CBF-82B5-DD738A8DC9D6}" srcId="{68541024-19F0-41E8-B55A-D8123A402297}" destId="{73FD01BE-5DFA-4BED-A188-295E7D3CD172}" srcOrd="2" destOrd="0" parTransId="{95178FA3-2E80-4436-91FA-BCCA79A01C07}" sibTransId="{344B0B94-1673-4CF0-B826-5054F9924267}"/>
    <dgm:cxn modelId="{F771703B-2077-44E2-A79D-2E66FAB86ED8}" type="presOf" srcId="{68541024-19F0-41E8-B55A-D8123A402297}" destId="{955FA63E-B97D-470E-92D1-974B01BCF14A}" srcOrd="0" destOrd="0" presId="urn:microsoft.com/office/officeart/2005/8/layout/vList2"/>
    <dgm:cxn modelId="{2E3D9C66-C57B-402E-BE61-98DC51E806D3}" type="presOf" srcId="{3BA3FFB6-E9CC-4526-AE5D-2AF7FCCD12DD}" destId="{AFF98491-8673-4255-AF04-ED4E2AF634F5}" srcOrd="0" destOrd="0" presId="urn:microsoft.com/office/officeart/2005/8/layout/vList2"/>
    <dgm:cxn modelId="{C59FB376-A8F0-4C4B-BB0F-09801C628EC7}" srcId="{68541024-19F0-41E8-B55A-D8123A402297}" destId="{AFC9CEF0-B374-4BF1-AA9D-64BCE4D4DBD5}" srcOrd="1" destOrd="0" parTransId="{0CC4BBAB-8EAB-499F-9A28-449108A048D4}" sibTransId="{2906A526-79BC-4F09-95B1-B5668568038F}"/>
    <dgm:cxn modelId="{5888EE5A-0B64-4C8B-BD6A-DF26EF29BAFA}" type="presOf" srcId="{73FD01BE-5DFA-4BED-A188-295E7D3CD172}" destId="{1D38747B-5CB5-4EC8-B028-AC58106AC1E1}" srcOrd="0" destOrd="0" presId="urn:microsoft.com/office/officeart/2005/8/layout/vList2"/>
    <dgm:cxn modelId="{34839483-02BB-4D85-B3D3-88DCC46B70FA}" type="presOf" srcId="{AFC9CEF0-B374-4BF1-AA9D-64BCE4D4DBD5}" destId="{8203E66A-5BDC-4BB0-80C0-ED5119FE3A6B}" srcOrd="0" destOrd="0" presId="urn:microsoft.com/office/officeart/2005/8/layout/vList2"/>
    <dgm:cxn modelId="{F54F3387-376D-40EA-B735-3BFA6CD93694}" type="presOf" srcId="{BDF4551A-31D8-42B0-83AD-BBDC0EB6BC01}" destId="{CAA48669-B1B2-4B66-8ACB-961657C16D57}" srcOrd="0" destOrd="0" presId="urn:microsoft.com/office/officeart/2005/8/layout/vList2"/>
    <dgm:cxn modelId="{AC6AD49E-7819-4EC8-926D-1CA93705A235}" srcId="{68541024-19F0-41E8-B55A-D8123A402297}" destId="{3BA3FFB6-E9CC-4526-AE5D-2AF7FCCD12DD}" srcOrd="3" destOrd="0" parTransId="{C56AE9C6-4063-40FC-A615-DFAA2889EBD1}" sibTransId="{B55625FA-0073-403C-A8E5-63B19139958A}"/>
    <dgm:cxn modelId="{5296DB9E-8EF7-4854-B357-6D2C84B68B96}" srcId="{68541024-19F0-41E8-B55A-D8123A402297}" destId="{BDF4551A-31D8-42B0-83AD-BBDC0EB6BC01}" srcOrd="0" destOrd="0" parTransId="{D78657BC-3CEE-427B-8A63-CBAA6962752E}" sibTransId="{9872BC5A-8DC1-4894-A95E-938CF8E0F736}"/>
    <dgm:cxn modelId="{FA51E37B-24F2-4F7C-9E92-D24FA8B2A24E}" type="presParOf" srcId="{955FA63E-B97D-470E-92D1-974B01BCF14A}" destId="{CAA48669-B1B2-4B66-8ACB-961657C16D57}" srcOrd="0" destOrd="0" presId="urn:microsoft.com/office/officeart/2005/8/layout/vList2"/>
    <dgm:cxn modelId="{D9D4C578-AD79-4422-9A62-34C3F16E633D}" type="presParOf" srcId="{955FA63E-B97D-470E-92D1-974B01BCF14A}" destId="{D488A7EE-F3B8-42BD-B9D6-0E938AA341B0}" srcOrd="1" destOrd="0" presId="urn:microsoft.com/office/officeart/2005/8/layout/vList2"/>
    <dgm:cxn modelId="{3C0D9E11-8BA5-4E9F-A8D5-51F5D18B81B2}" type="presParOf" srcId="{955FA63E-B97D-470E-92D1-974B01BCF14A}" destId="{8203E66A-5BDC-4BB0-80C0-ED5119FE3A6B}" srcOrd="2" destOrd="0" presId="urn:microsoft.com/office/officeart/2005/8/layout/vList2"/>
    <dgm:cxn modelId="{EA3CD9A9-1F91-41D6-9AE6-AA3423211530}" type="presParOf" srcId="{955FA63E-B97D-470E-92D1-974B01BCF14A}" destId="{BB6F05A4-4CA6-4B58-BBE7-7003DA047EFA}" srcOrd="3" destOrd="0" presId="urn:microsoft.com/office/officeart/2005/8/layout/vList2"/>
    <dgm:cxn modelId="{C1E62D18-700D-422B-857A-E9C3C6008515}" type="presParOf" srcId="{955FA63E-B97D-470E-92D1-974B01BCF14A}" destId="{1D38747B-5CB5-4EC8-B028-AC58106AC1E1}" srcOrd="4" destOrd="0" presId="urn:microsoft.com/office/officeart/2005/8/layout/vList2"/>
    <dgm:cxn modelId="{5DC10DCE-998C-4675-B7F0-C323707B9071}" type="presParOf" srcId="{955FA63E-B97D-470E-92D1-974B01BCF14A}" destId="{30EA8009-34DE-44F3-BA38-6051C6A51732}" srcOrd="5" destOrd="0" presId="urn:microsoft.com/office/officeart/2005/8/layout/vList2"/>
    <dgm:cxn modelId="{B491D28F-A9E1-4D58-8F14-E23EDD413678}" type="presParOf" srcId="{955FA63E-B97D-470E-92D1-974B01BCF14A}" destId="{AFF98491-8673-4255-AF04-ED4E2AF634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2699058-CA03-4110-B0ED-855827A67EAC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876FB64-2406-41C0-A41C-96791346ABA7}">
      <dgm:prSet/>
      <dgm:spPr/>
      <dgm:t>
        <a:bodyPr/>
        <a:lstStyle/>
        <a:p>
          <a:r>
            <a:rPr lang="en-US"/>
            <a:t>[1] A Low-Power Variation-Tolerant 7T SRAM With Enhanced Read Sensing Margin for Voltage Scaling.</a:t>
          </a:r>
        </a:p>
      </dgm:t>
    </dgm:pt>
    <dgm:pt modelId="{60AF0972-AC88-4BBA-8F03-2CAB5BD13FB3}" type="parTrans" cxnId="{9B7FE26A-11B2-4610-8E0F-ABF00E4CC829}">
      <dgm:prSet/>
      <dgm:spPr/>
      <dgm:t>
        <a:bodyPr/>
        <a:lstStyle/>
        <a:p>
          <a:endParaRPr lang="en-US"/>
        </a:p>
      </dgm:t>
    </dgm:pt>
    <dgm:pt modelId="{833FE745-5185-46D5-BE16-691552CB6F71}" type="sibTrans" cxnId="{9B7FE26A-11B2-4610-8E0F-ABF00E4CC829}">
      <dgm:prSet/>
      <dgm:spPr/>
      <dgm:t>
        <a:bodyPr/>
        <a:lstStyle/>
        <a:p>
          <a:endParaRPr lang="en-US"/>
        </a:p>
      </dgm:t>
    </dgm:pt>
    <dgm:pt modelId="{675E6A65-9D64-48C0-A9DA-2056CE20B023}">
      <dgm:prSet/>
      <dgm:spPr/>
      <dgm:t>
        <a:bodyPr/>
        <a:lstStyle/>
        <a:p>
          <a:r>
            <a:rPr lang="en-US"/>
            <a:t>[2] A PMOS read-port 8T SRAM cell with optimized leakage power and enhanced performance.</a:t>
          </a:r>
        </a:p>
      </dgm:t>
    </dgm:pt>
    <dgm:pt modelId="{F00B2267-D33E-41B0-8A2B-8B7306FF8333}" type="parTrans" cxnId="{C82450A0-0CA8-4762-9356-214A24B8C8D2}">
      <dgm:prSet/>
      <dgm:spPr/>
      <dgm:t>
        <a:bodyPr/>
        <a:lstStyle/>
        <a:p>
          <a:endParaRPr lang="en-US"/>
        </a:p>
      </dgm:t>
    </dgm:pt>
    <dgm:pt modelId="{5C75609A-F672-4D7B-84DB-088E4F812B45}" type="sibTrans" cxnId="{C82450A0-0CA8-4762-9356-214A24B8C8D2}">
      <dgm:prSet/>
      <dgm:spPr/>
      <dgm:t>
        <a:bodyPr/>
        <a:lstStyle/>
        <a:p>
          <a:endParaRPr lang="en-US"/>
        </a:p>
      </dgm:t>
    </dgm:pt>
    <dgm:pt modelId="{B999880A-C7CC-4297-AE0D-B1E98B2CDF0A}">
      <dgm:prSet/>
      <dgm:spPr/>
      <dgm:t>
        <a:bodyPr/>
        <a:lstStyle/>
        <a:p>
          <a:r>
            <a:rPr lang="en-US"/>
            <a:t>[3] US8630132B2 - SRAM read and write assist apparatus - Google Patents.</a:t>
          </a:r>
        </a:p>
      </dgm:t>
    </dgm:pt>
    <dgm:pt modelId="{B9F029F5-D93A-4FEA-AA72-608E9DF6151D}" type="parTrans" cxnId="{CF2D3393-7F5D-4125-B718-A21ADC80D312}">
      <dgm:prSet/>
      <dgm:spPr/>
      <dgm:t>
        <a:bodyPr/>
        <a:lstStyle/>
        <a:p>
          <a:endParaRPr lang="en-US"/>
        </a:p>
      </dgm:t>
    </dgm:pt>
    <dgm:pt modelId="{E5B30DCF-3DA4-43E6-8BBE-58612B868206}" type="sibTrans" cxnId="{CF2D3393-7F5D-4125-B718-A21ADC80D312}">
      <dgm:prSet/>
      <dgm:spPr/>
      <dgm:t>
        <a:bodyPr/>
        <a:lstStyle/>
        <a:p>
          <a:endParaRPr lang="en-US"/>
        </a:p>
      </dgm:t>
    </dgm:pt>
    <dgm:pt modelId="{64A5859F-1025-48E4-8A9A-81A48B4A1FC6}">
      <dgm:prSet/>
      <dgm:spPr/>
      <dgm:t>
        <a:bodyPr/>
        <a:lstStyle/>
        <a:p>
          <a:r>
            <a:rPr lang="en-US" dirty="0"/>
            <a:t>[4] A replica technique for </a:t>
          </a:r>
          <a:r>
            <a:rPr lang="en-US" dirty="0" err="1"/>
            <a:t>wordline</a:t>
          </a:r>
          <a:r>
            <a:rPr lang="en-US" dirty="0"/>
            <a:t> and sense control in low-power SRAMs.</a:t>
          </a:r>
        </a:p>
      </dgm:t>
    </dgm:pt>
    <dgm:pt modelId="{81FA3241-AC78-4C81-8014-0F1A49EB8D38}" type="parTrans" cxnId="{ED7F3C7A-5516-42BA-B101-C2DE887CCD7E}">
      <dgm:prSet/>
      <dgm:spPr/>
      <dgm:t>
        <a:bodyPr/>
        <a:lstStyle/>
        <a:p>
          <a:endParaRPr lang="en-US"/>
        </a:p>
      </dgm:t>
    </dgm:pt>
    <dgm:pt modelId="{5B6783D1-16CA-4EDB-9FB4-6FD8D25E0C32}" type="sibTrans" cxnId="{ED7F3C7A-5516-42BA-B101-C2DE887CCD7E}">
      <dgm:prSet/>
      <dgm:spPr/>
      <dgm:t>
        <a:bodyPr/>
        <a:lstStyle/>
        <a:p>
          <a:endParaRPr lang="en-US"/>
        </a:p>
      </dgm:t>
    </dgm:pt>
    <dgm:pt modelId="{D56AFE5A-D28D-4A51-A0F7-BB5015AE59EE}">
      <dgm:prSet/>
      <dgm:spPr/>
      <dgm:t>
        <a:bodyPr/>
        <a:lstStyle/>
        <a:p>
          <a:r>
            <a:rPr lang="en-US"/>
            <a:t>[5] DESIGN AND ANALYSIS OF FAST LOW POWER SRAMs - Stanford VLSI research group.</a:t>
          </a:r>
        </a:p>
      </dgm:t>
    </dgm:pt>
    <dgm:pt modelId="{9E141428-7514-42B8-9D23-3F47F5190594}" type="parTrans" cxnId="{304D5EC5-6B43-4A9F-B0E1-29E029321464}">
      <dgm:prSet/>
      <dgm:spPr/>
      <dgm:t>
        <a:bodyPr/>
        <a:lstStyle/>
        <a:p>
          <a:endParaRPr lang="en-US"/>
        </a:p>
      </dgm:t>
    </dgm:pt>
    <dgm:pt modelId="{28CA4354-4324-453F-8161-2FB5B2EDAD15}" type="sibTrans" cxnId="{304D5EC5-6B43-4A9F-B0E1-29E029321464}">
      <dgm:prSet/>
      <dgm:spPr/>
      <dgm:t>
        <a:bodyPr/>
        <a:lstStyle/>
        <a:p>
          <a:endParaRPr lang="en-US"/>
        </a:p>
      </dgm:t>
    </dgm:pt>
    <dgm:pt modelId="{923C2F05-663F-4692-B84F-3AF16ABA3126}">
      <dgm:prSet/>
      <dgm:spPr/>
      <dgm:t>
        <a:bodyPr/>
        <a:lstStyle/>
        <a:p>
          <a:r>
            <a:rPr lang="en-US"/>
            <a:t>[6] Multi-stage dual replica bit-line delay technique for process-variation-robust timing of low voltage SRAM sense amplifier.</a:t>
          </a:r>
        </a:p>
      </dgm:t>
    </dgm:pt>
    <dgm:pt modelId="{BAD256EC-1B7A-4F60-A0B6-BF36EFE7D39A}" type="parTrans" cxnId="{D8BE82D7-4266-4044-B4BB-6A38EB5929AB}">
      <dgm:prSet/>
      <dgm:spPr/>
      <dgm:t>
        <a:bodyPr/>
        <a:lstStyle/>
        <a:p>
          <a:endParaRPr lang="en-US"/>
        </a:p>
      </dgm:t>
    </dgm:pt>
    <dgm:pt modelId="{58CE84D2-CDFF-45D8-9CCC-77BA50A3664E}" type="sibTrans" cxnId="{D8BE82D7-4266-4044-B4BB-6A38EB5929AB}">
      <dgm:prSet/>
      <dgm:spPr/>
      <dgm:t>
        <a:bodyPr/>
        <a:lstStyle/>
        <a:p>
          <a:endParaRPr lang="en-US"/>
        </a:p>
      </dgm:t>
    </dgm:pt>
    <dgm:pt modelId="{F842E585-EB6A-4323-9A05-9A06E1CAF2D7}">
      <dgm:prSet/>
      <dgm:spPr/>
      <dgm:t>
        <a:bodyPr/>
        <a:lstStyle/>
        <a:p>
          <a:r>
            <a:rPr lang="en-US"/>
            <a:t>[7] A Reconfigurable Replica Bitline to Determine Optimum SRAM Sense Amplifier Set Time.</a:t>
          </a:r>
        </a:p>
      </dgm:t>
    </dgm:pt>
    <dgm:pt modelId="{383F2CF7-CF1B-457A-B336-74D344D8F4FC}" type="parTrans" cxnId="{271337F0-D1BE-4564-BEE6-CA2494288E07}">
      <dgm:prSet/>
      <dgm:spPr/>
      <dgm:t>
        <a:bodyPr/>
        <a:lstStyle/>
        <a:p>
          <a:endParaRPr lang="en-US"/>
        </a:p>
      </dgm:t>
    </dgm:pt>
    <dgm:pt modelId="{87FFCE2E-4761-4006-AFCC-8DB3133D123B}" type="sibTrans" cxnId="{271337F0-D1BE-4564-BEE6-CA2494288E07}">
      <dgm:prSet/>
      <dgm:spPr/>
      <dgm:t>
        <a:bodyPr/>
        <a:lstStyle/>
        <a:p>
          <a:endParaRPr lang="en-US"/>
        </a:p>
      </dgm:t>
    </dgm:pt>
    <dgm:pt modelId="{F0235B82-CC32-4803-809E-60261A80006A}">
      <dgm:prSet/>
      <dgm:spPr/>
      <dgm:t>
        <a:bodyPr/>
        <a:lstStyle/>
        <a:p>
          <a:r>
            <a:rPr lang="en-US"/>
            <a:t>[8] On the Efficacy of Write-Assist Techniques in Low Voltage Nanoscale SRAMs.</a:t>
          </a:r>
        </a:p>
      </dgm:t>
    </dgm:pt>
    <dgm:pt modelId="{D964FC31-92D7-4158-B929-FA3A2F9C876A}" type="parTrans" cxnId="{F9111DB7-BCE9-40FA-BB5D-111106414DDF}">
      <dgm:prSet/>
      <dgm:spPr/>
      <dgm:t>
        <a:bodyPr/>
        <a:lstStyle/>
        <a:p>
          <a:endParaRPr lang="en-US"/>
        </a:p>
      </dgm:t>
    </dgm:pt>
    <dgm:pt modelId="{894CE04B-59FD-4792-89BC-C5CBBE98ABB8}" type="sibTrans" cxnId="{F9111DB7-BCE9-40FA-BB5D-111106414DDF}">
      <dgm:prSet/>
      <dgm:spPr/>
      <dgm:t>
        <a:bodyPr/>
        <a:lstStyle/>
        <a:p>
          <a:endParaRPr lang="en-US"/>
        </a:p>
      </dgm:t>
    </dgm:pt>
    <dgm:pt modelId="{4CF4C59B-AA6A-4E42-88D1-FD246C481504}">
      <dgm:prSet/>
      <dgm:spPr/>
      <dgm:t>
        <a:bodyPr/>
        <a:lstStyle/>
        <a:p>
          <a:r>
            <a:rPr lang="en-US"/>
            <a:t>[9] Low Voltage and Low Power in SRAM Read and Write Assist Techniques - IJSTE.</a:t>
          </a:r>
        </a:p>
      </dgm:t>
    </dgm:pt>
    <dgm:pt modelId="{4FEA6C89-B95F-4B20-9E17-31C63B0589EA}" type="parTrans" cxnId="{87A29297-9E78-4724-A1A1-AE034CF01EA2}">
      <dgm:prSet/>
      <dgm:spPr/>
      <dgm:t>
        <a:bodyPr/>
        <a:lstStyle/>
        <a:p>
          <a:endParaRPr lang="en-US"/>
        </a:p>
      </dgm:t>
    </dgm:pt>
    <dgm:pt modelId="{07865678-3B7B-4271-AB36-741D663A18AE}" type="sibTrans" cxnId="{87A29297-9E78-4724-A1A1-AE034CF01EA2}">
      <dgm:prSet/>
      <dgm:spPr/>
      <dgm:t>
        <a:bodyPr/>
        <a:lstStyle/>
        <a:p>
          <a:endParaRPr lang="en-US"/>
        </a:p>
      </dgm:t>
    </dgm:pt>
    <dgm:pt modelId="{545D8772-ED46-4197-BE78-3A393382F6CB}" type="pres">
      <dgm:prSet presAssocID="{92699058-CA03-4110-B0ED-855827A67EAC}" presName="vert0" presStyleCnt="0">
        <dgm:presLayoutVars>
          <dgm:dir/>
          <dgm:animOne val="branch"/>
          <dgm:animLvl val="lvl"/>
        </dgm:presLayoutVars>
      </dgm:prSet>
      <dgm:spPr/>
    </dgm:pt>
    <dgm:pt modelId="{4B0A0765-FE83-4CEC-89A9-F6546C47BA23}" type="pres">
      <dgm:prSet presAssocID="{2876FB64-2406-41C0-A41C-96791346ABA7}" presName="thickLine" presStyleLbl="alignNode1" presStyleIdx="0" presStyleCnt="9"/>
      <dgm:spPr/>
    </dgm:pt>
    <dgm:pt modelId="{ABABA310-546D-43DC-B6F9-D822CF43CA06}" type="pres">
      <dgm:prSet presAssocID="{2876FB64-2406-41C0-A41C-96791346ABA7}" presName="horz1" presStyleCnt="0"/>
      <dgm:spPr/>
    </dgm:pt>
    <dgm:pt modelId="{AE851882-4BF6-4FA9-993E-EBB824995A91}" type="pres">
      <dgm:prSet presAssocID="{2876FB64-2406-41C0-A41C-96791346ABA7}" presName="tx1" presStyleLbl="revTx" presStyleIdx="0" presStyleCnt="9"/>
      <dgm:spPr/>
    </dgm:pt>
    <dgm:pt modelId="{E569C2D1-B9F0-4840-97E4-BF84A1088091}" type="pres">
      <dgm:prSet presAssocID="{2876FB64-2406-41C0-A41C-96791346ABA7}" presName="vert1" presStyleCnt="0"/>
      <dgm:spPr/>
    </dgm:pt>
    <dgm:pt modelId="{EE1D9463-7773-499A-9BBD-4ECB36C58223}" type="pres">
      <dgm:prSet presAssocID="{675E6A65-9D64-48C0-A9DA-2056CE20B023}" presName="thickLine" presStyleLbl="alignNode1" presStyleIdx="1" presStyleCnt="9"/>
      <dgm:spPr/>
    </dgm:pt>
    <dgm:pt modelId="{BDE5A3C4-539A-4ED9-AF34-812278A5641F}" type="pres">
      <dgm:prSet presAssocID="{675E6A65-9D64-48C0-A9DA-2056CE20B023}" presName="horz1" presStyleCnt="0"/>
      <dgm:spPr/>
    </dgm:pt>
    <dgm:pt modelId="{24397D7A-988A-4A6B-BD25-96D88A1B021F}" type="pres">
      <dgm:prSet presAssocID="{675E6A65-9D64-48C0-A9DA-2056CE20B023}" presName="tx1" presStyleLbl="revTx" presStyleIdx="1" presStyleCnt="9"/>
      <dgm:spPr/>
    </dgm:pt>
    <dgm:pt modelId="{814D6028-DF46-4960-AFA3-4696E7455EB2}" type="pres">
      <dgm:prSet presAssocID="{675E6A65-9D64-48C0-A9DA-2056CE20B023}" presName="vert1" presStyleCnt="0"/>
      <dgm:spPr/>
    </dgm:pt>
    <dgm:pt modelId="{60E0EF64-58F2-42DA-B597-4A0C0390AF3B}" type="pres">
      <dgm:prSet presAssocID="{B999880A-C7CC-4297-AE0D-B1E98B2CDF0A}" presName="thickLine" presStyleLbl="alignNode1" presStyleIdx="2" presStyleCnt="9"/>
      <dgm:spPr/>
    </dgm:pt>
    <dgm:pt modelId="{D931F737-E5A0-491F-84D5-00FB6DD95C00}" type="pres">
      <dgm:prSet presAssocID="{B999880A-C7CC-4297-AE0D-B1E98B2CDF0A}" presName="horz1" presStyleCnt="0"/>
      <dgm:spPr/>
    </dgm:pt>
    <dgm:pt modelId="{9EBFCB37-59C4-45F6-8ED9-379DB707D0E9}" type="pres">
      <dgm:prSet presAssocID="{B999880A-C7CC-4297-AE0D-B1E98B2CDF0A}" presName="tx1" presStyleLbl="revTx" presStyleIdx="2" presStyleCnt="9"/>
      <dgm:spPr/>
    </dgm:pt>
    <dgm:pt modelId="{ADC10DAE-2379-446C-8E51-B932BD246BE2}" type="pres">
      <dgm:prSet presAssocID="{B999880A-C7CC-4297-AE0D-B1E98B2CDF0A}" presName="vert1" presStyleCnt="0"/>
      <dgm:spPr/>
    </dgm:pt>
    <dgm:pt modelId="{4B8CD543-AEF7-4E9C-8E5B-E647FBE2CFCC}" type="pres">
      <dgm:prSet presAssocID="{64A5859F-1025-48E4-8A9A-81A48B4A1FC6}" presName="thickLine" presStyleLbl="alignNode1" presStyleIdx="3" presStyleCnt="9"/>
      <dgm:spPr/>
    </dgm:pt>
    <dgm:pt modelId="{695DE20B-3EE3-418A-AA1E-38F7A3DFF31F}" type="pres">
      <dgm:prSet presAssocID="{64A5859F-1025-48E4-8A9A-81A48B4A1FC6}" presName="horz1" presStyleCnt="0"/>
      <dgm:spPr/>
    </dgm:pt>
    <dgm:pt modelId="{A84B06D8-B665-4554-B706-88512AD2AB4B}" type="pres">
      <dgm:prSet presAssocID="{64A5859F-1025-48E4-8A9A-81A48B4A1FC6}" presName="tx1" presStyleLbl="revTx" presStyleIdx="3" presStyleCnt="9"/>
      <dgm:spPr/>
    </dgm:pt>
    <dgm:pt modelId="{11CE63A8-B608-43C3-90D3-B5467FCCD72C}" type="pres">
      <dgm:prSet presAssocID="{64A5859F-1025-48E4-8A9A-81A48B4A1FC6}" presName="vert1" presStyleCnt="0"/>
      <dgm:spPr/>
    </dgm:pt>
    <dgm:pt modelId="{1FADE6C0-6093-48CA-907B-7F03F81D79DE}" type="pres">
      <dgm:prSet presAssocID="{D56AFE5A-D28D-4A51-A0F7-BB5015AE59EE}" presName="thickLine" presStyleLbl="alignNode1" presStyleIdx="4" presStyleCnt="9"/>
      <dgm:spPr/>
    </dgm:pt>
    <dgm:pt modelId="{9AA25986-E950-4E0D-8D59-1C376592C608}" type="pres">
      <dgm:prSet presAssocID="{D56AFE5A-D28D-4A51-A0F7-BB5015AE59EE}" presName="horz1" presStyleCnt="0"/>
      <dgm:spPr/>
    </dgm:pt>
    <dgm:pt modelId="{43CD6C89-1F7B-4FA8-9327-456DF1BEAA31}" type="pres">
      <dgm:prSet presAssocID="{D56AFE5A-D28D-4A51-A0F7-BB5015AE59EE}" presName="tx1" presStyleLbl="revTx" presStyleIdx="4" presStyleCnt="9"/>
      <dgm:spPr/>
    </dgm:pt>
    <dgm:pt modelId="{BB8D0F53-5BAC-49A0-9242-C5BBA6EC6364}" type="pres">
      <dgm:prSet presAssocID="{D56AFE5A-D28D-4A51-A0F7-BB5015AE59EE}" presName="vert1" presStyleCnt="0"/>
      <dgm:spPr/>
    </dgm:pt>
    <dgm:pt modelId="{EAE75390-4734-4E24-B2DF-A7AA6D140F44}" type="pres">
      <dgm:prSet presAssocID="{923C2F05-663F-4692-B84F-3AF16ABA3126}" presName="thickLine" presStyleLbl="alignNode1" presStyleIdx="5" presStyleCnt="9"/>
      <dgm:spPr/>
    </dgm:pt>
    <dgm:pt modelId="{2E0F41D8-EB22-4828-A459-66114A42B017}" type="pres">
      <dgm:prSet presAssocID="{923C2F05-663F-4692-B84F-3AF16ABA3126}" presName="horz1" presStyleCnt="0"/>
      <dgm:spPr/>
    </dgm:pt>
    <dgm:pt modelId="{0A2C8671-CB16-4C4E-B3B9-3F44D0139464}" type="pres">
      <dgm:prSet presAssocID="{923C2F05-663F-4692-B84F-3AF16ABA3126}" presName="tx1" presStyleLbl="revTx" presStyleIdx="5" presStyleCnt="9"/>
      <dgm:spPr/>
    </dgm:pt>
    <dgm:pt modelId="{8FCD9552-E552-4328-978B-F902877A1335}" type="pres">
      <dgm:prSet presAssocID="{923C2F05-663F-4692-B84F-3AF16ABA3126}" presName="vert1" presStyleCnt="0"/>
      <dgm:spPr/>
    </dgm:pt>
    <dgm:pt modelId="{F158EF13-E9AA-4438-98F0-72C45E8B65A0}" type="pres">
      <dgm:prSet presAssocID="{F842E585-EB6A-4323-9A05-9A06E1CAF2D7}" presName="thickLine" presStyleLbl="alignNode1" presStyleIdx="6" presStyleCnt="9"/>
      <dgm:spPr/>
    </dgm:pt>
    <dgm:pt modelId="{E8C806D3-16CD-493D-A303-9A09DFCDE19B}" type="pres">
      <dgm:prSet presAssocID="{F842E585-EB6A-4323-9A05-9A06E1CAF2D7}" presName="horz1" presStyleCnt="0"/>
      <dgm:spPr/>
    </dgm:pt>
    <dgm:pt modelId="{29F5EF92-5869-4E5A-83E7-B188D248194D}" type="pres">
      <dgm:prSet presAssocID="{F842E585-EB6A-4323-9A05-9A06E1CAF2D7}" presName="tx1" presStyleLbl="revTx" presStyleIdx="6" presStyleCnt="9"/>
      <dgm:spPr/>
    </dgm:pt>
    <dgm:pt modelId="{978831AA-D98F-47A1-B976-513C4ABFB942}" type="pres">
      <dgm:prSet presAssocID="{F842E585-EB6A-4323-9A05-9A06E1CAF2D7}" presName="vert1" presStyleCnt="0"/>
      <dgm:spPr/>
    </dgm:pt>
    <dgm:pt modelId="{6ED80D5F-0A89-4BFB-8D89-4E64C665FC13}" type="pres">
      <dgm:prSet presAssocID="{F0235B82-CC32-4803-809E-60261A80006A}" presName="thickLine" presStyleLbl="alignNode1" presStyleIdx="7" presStyleCnt="9"/>
      <dgm:spPr/>
    </dgm:pt>
    <dgm:pt modelId="{B40218B2-8AB7-4731-B3BA-2B71BCAD2ED3}" type="pres">
      <dgm:prSet presAssocID="{F0235B82-CC32-4803-809E-60261A80006A}" presName="horz1" presStyleCnt="0"/>
      <dgm:spPr/>
    </dgm:pt>
    <dgm:pt modelId="{4E43D41A-FE07-400C-8098-9E957232DF61}" type="pres">
      <dgm:prSet presAssocID="{F0235B82-CC32-4803-809E-60261A80006A}" presName="tx1" presStyleLbl="revTx" presStyleIdx="7" presStyleCnt="9"/>
      <dgm:spPr/>
    </dgm:pt>
    <dgm:pt modelId="{1688B0A2-7AEB-480F-8E64-D542F5CA3333}" type="pres">
      <dgm:prSet presAssocID="{F0235B82-CC32-4803-809E-60261A80006A}" presName="vert1" presStyleCnt="0"/>
      <dgm:spPr/>
    </dgm:pt>
    <dgm:pt modelId="{DFDD5D5A-7D3F-4E21-9255-84A634B89B4F}" type="pres">
      <dgm:prSet presAssocID="{4CF4C59B-AA6A-4E42-88D1-FD246C481504}" presName="thickLine" presStyleLbl="alignNode1" presStyleIdx="8" presStyleCnt="9"/>
      <dgm:spPr/>
    </dgm:pt>
    <dgm:pt modelId="{585DE94C-BA8A-4994-B374-4FD5FD31ABAF}" type="pres">
      <dgm:prSet presAssocID="{4CF4C59B-AA6A-4E42-88D1-FD246C481504}" presName="horz1" presStyleCnt="0"/>
      <dgm:spPr/>
    </dgm:pt>
    <dgm:pt modelId="{F78E27E0-E3D7-4580-87B0-F1E4790F801F}" type="pres">
      <dgm:prSet presAssocID="{4CF4C59B-AA6A-4E42-88D1-FD246C481504}" presName="tx1" presStyleLbl="revTx" presStyleIdx="8" presStyleCnt="9"/>
      <dgm:spPr/>
    </dgm:pt>
    <dgm:pt modelId="{EBB61FE1-7216-4810-943A-492A430E3C8D}" type="pres">
      <dgm:prSet presAssocID="{4CF4C59B-AA6A-4E42-88D1-FD246C481504}" presName="vert1" presStyleCnt="0"/>
      <dgm:spPr/>
    </dgm:pt>
  </dgm:ptLst>
  <dgm:cxnLst>
    <dgm:cxn modelId="{B0DD7E00-C034-4147-AFEF-3B057FD9095E}" type="presOf" srcId="{923C2F05-663F-4692-B84F-3AF16ABA3126}" destId="{0A2C8671-CB16-4C4E-B3B9-3F44D0139464}" srcOrd="0" destOrd="0" presId="urn:microsoft.com/office/officeart/2008/layout/LinedList"/>
    <dgm:cxn modelId="{A7F6CD29-CF96-40C4-A258-7331155FFBCE}" type="presOf" srcId="{B999880A-C7CC-4297-AE0D-B1E98B2CDF0A}" destId="{9EBFCB37-59C4-45F6-8ED9-379DB707D0E9}" srcOrd="0" destOrd="0" presId="urn:microsoft.com/office/officeart/2008/layout/LinedList"/>
    <dgm:cxn modelId="{292C1B2D-EB0A-43BA-BE2C-F1349496FC24}" type="presOf" srcId="{92699058-CA03-4110-B0ED-855827A67EAC}" destId="{545D8772-ED46-4197-BE78-3A393382F6CB}" srcOrd="0" destOrd="0" presId="urn:microsoft.com/office/officeart/2008/layout/LinedList"/>
    <dgm:cxn modelId="{3B858149-24AE-4A94-9DCF-C097F3F0E845}" type="presOf" srcId="{675E6A65-9D64-48C0-A9DA-2056CE20B023}" destId="{24397D7A-988A-4A6B-BD25-96D88A1B021F}" srcOrd="0" destOrd="0" presId="urn:microsoft.com/office/officeart/2008/layout/LinedList"/>
    <dgm:cxn modelId="{9B7FE26A-11B2-4610-8E0F-ABF00E4CC829}" srcId="{92699058-CA03-4110-B0ED-855827A67EAC}" destId="{2876FB64-2406-41C0-A41C-96791346ABA7}" srcOrd="0" destOrd="0" parTransId="{60AF0972-AC88-4BBA-8F03-2CAB5BD13FB3}" sibTransId="{833FE745-5185-46D5-BE16-691552CB6F71}"/>
    <dgm:cxn modelId="{93082E4B-CB88-4FFB-AC41-B82F0B37395C}" type="presOf" srcId="{F842E585-EB6A-4323-9A05-9A06E1CAF2D7}" destId="{29F5EF92-5869-4E5A-83E7-B188D248194D}" srcOrd="0" destOrd="0" presId="urn:microsoft.com/office/officeart/2008/layout/LinedList"/>
    <dgm:cxn modelId="{3859D656-2188-4066-BB16-CDF74F33A6C8}" type="presOf" srcId="{4CF4C59B-AA6A-4E42-88D1-FD246C481504}" destId="{F78E27E0-E3D7-4580-87B0-F1E4790F801F}" srcOrd="0" destOrd="0" presId="urn:microsoft.com/office/officeart/2008/layout/LinedList"/>
    <dgm:cxn modelId="{ED7F3C7A-5516-42BA-B101-C2DE887CCD7E}" srcId="{92699058-CA03-4110-B0ED-855827A67EAC}" destId="{64A5859F-1025-48E4-8A9A-81A48B4A1FC6}" srcOrd="3" destOrd="0" parTransId="{81FA3241-AC78-4C81-8014-0F1A49EB8D38}" sibTransId="{5B6783D1-16CA-4EDB-9FB4-6FD8D25E0C32}"/>
    <dgm:cxn modelId="{897CC189-83AA-4407-B928-2796205B0AD1}" type="presOf" srcId="{F0235B82-CC32-4803-809E-60261A80006A}" destId="{4E43D41A-FE07-400C-8098-9E957232DF61}" srcOrd="0" destOrd="0" presId="urn:microsoft.com/office/officeart/2008/layout/LinedList"/>
    <dgm:cxn modelId="{B1D5A190-2181-443C-A194-67C82FFE3DF0}" type="presOf" srcId="{D56AFE5A-D28D-4A51-A0F7-BB5015AE59EE}" destId="{43CD6C89-1F7B-4FA8-9327-456DF1BEAA31}" srcOrd="0" destOrd="0" presId="urn:microsoft.com/office/officeart/2008/layout/LinedList"/>
    <dgm:cxn modelId="{CF2D3393-7F5D-4125-B718-A21ADC80D312}" srcId="{92699058-CA03-4110-B0ED-855827A67EAC}" destId="{B999880A-C7CC-4297-AE0D-B1E98B2CDF0A}" srcOrd="2" destOrd="0" parTransId="{B9F029F5-D93A-4FEA-AA72-608E9DF6151D}" sibTransId="{E5B30DCF-3DA4-43E6-8BBE-58612B868206}"/>
    <dgm:cxn modelId="{87A29297-9E78-4724-A1A1-AE034CF01EA2}" srcId="{92699058-CA03-4110-B0ED-855827A67EAC}" destId="{4CF4C59B-AA6A-4E42-88D1-FD246C481504}" srcOrd="8" destOrd="0" parTransId="{4FEA6C89-B95F-4B20-9E17-31C63B0589EA}" sibTransId="{07865678-3B7B-4271-AB36-741D663A18AE}"/>
    <dgm:cxn modelId="{C82450A0-0CA8-4762-9356-214A24B8C8D2}" srcId="{92699058-CA03-4110-B0ED-855827A67EAC}" destId="{675E6A65-9D64-48C0-A9DA-2056CE20B023}" srcOrd="1" destOrd="0" parTransId="{F00B2267-D33E-41B0-8A2B-8B7306FF8333}" sibTransId="{5C75609A-F672-4D7B-84DB-088E4F812B45}"/>
    <dgm:cxn modelId="{AC0D38AE-FF71-47CB-AF1D-7ADC26DDF576}" type="presOf" srcId="{2876FB64-2406-41C0-A41C-96791346ABA7}" destId="{AE851882-4BF6-4FA9-993E-EBB824995A91}" srcOrd="0" destOrd="0" presId="urn:microsoft.com/office/officeart/2008/layout/LinedList"/>
    <dgm:cxn modelId="{F9111DB7-BCE9-40FA-BB5D-111106414DDF}" srcId="{92699058-CA03-4110-B0ED-855827A67EAC}" destId="{F0235B82-CC32-4803-809E-60261A80006A}" srcOrd="7" destOrd="0" parTransId="{D964FC31-92D7-4158-B929-FA3A2F9C876A}" sibTransId="{894CE04B-59FD-4792-89BC-C5CBBE98ABB8}"/>
    <dgm:cxn modelId="{304D5EC5-6B43-4A9F-B0E1-29E029321464}" srcId="{92699058-CA03-4110-B0ED-855827A67EAC}" destId="{D56AFE5A-D28D-4A51-A0F7-BB5015AE59EE}" srcOrd="4" destOrd="0" parTransId="{9E141428-7514-42B8-9D23-3F47F5190594}" sibTransId="{28CA4354-4324-453F-8161-2FB5B2EDAD15}"/>
    <dgm:cxn modelId="{D8BE82D7-4266-4044-B4BB-6A38EB5929AB}" srcId="{92699058-CA03-4110-B0ED-855827A67EAC}" destId="{923C2F05-663F-4692-B84F-3AF16ABA3126}" srcOrd="5" destOrd="0" parTransId="{BAD256EC-1B7A-4F60-A0B6-BF36EFE7D39A}" sibTransId="{58CE84D2-CDFF-45D8-9CCC-77BA50A3664E}"/>
    <dgm:cxn modelId="{334228E4-D401-4809-B1EE-496FA7A58EDE}" type="presOf" srcId="{64A5859F-1025-48E4-8A9A-81A48B4A1FC6}" destId="{A84B06D8-B665-4554-B706-88512AD2AB4B}" srcOrd="0" destOrd="0" presId="urn:microsoft.com/office/officeart/2008/layout/LinedList"/>
    <dgm:cxn modelId="{271337F0-D1BE-4564-BEE6-CA2494288E07}" srcId="{92699058-CA03-4110-B0ED-855827A67EAC}" destId="{F842E585-EB6A-4323-9A05-9A06E1CAF2D7}" srcOrd="6" destOrd="0" parTransId="{383F2CF7-CF1B-457A-B336-74D344D8F4FC}" sibTransId="{87FFCE2E-4761-4006-AFCC-8DB3133D123B}"/>
    <dgm:cxn modelId="{E0D8072B-24DF-414F-8F9B-401A5FCEFEC3}" type="presParOf" srcId="{545D8772-ED46-4197-BE78-3A393382F6CB}" destId="{4B0A0765-FE83-4CEC-89A9-F6546C47BA23}" srcOrd="0" destOrd="0" presId="urn:microsoft.com/office/officeart/2008/layout/LinedList"/>
    <dgm:cxn modelId="{5369031D-79EE-4A0E-9B77-B27C367F4F48}" type="presParOf" srcId="{545D8772-ED46-4197-BE78-3A393382F6CB}" destId="{ABABA310-546D-43DC-B6F9-D822CF43CA06}" srcOrd="1" destOrd="0" presId="urn:microsoft.com/office/officeart/2008/layout/LinedList"/>
    <dgm:cxn modelId="{4C6CD6FE-958B-4597-84EC-CF00452858B2}" type="presParOf" srcId="{ABABA310-546D-43DC-B6F9-D822CF43CA06}" destId="{AE851882-4BF6-4FA9-993E-EBB824995A91}" srcOrd="0" destOrd="0" presId="urn:microsoft.com/office/officeart/2008/layout/LinedList"/>
    <dgm:cxn modelId="{EDE0125A-373B-4D2C-8633-A87FAF3D0C4C}" type="presParOf" srcId="{ABABA310-546D-43DC-B6F9-D822CF43CA06}" destId="{E569C2D1-B9F0-4840-97E4-BF84A1088091}" srcOrd="1" destOrd="0" presId="urn:microsoft.com/office/officeart/2008/layout/LinedList"/>
    <dgm:cxn modelId="{2CFD0FD9-3CDD-4330-A7D4-EA8988289352}" type="presParOf" srcId="{545D8772-ED46-4197-BE78-3A393382F6CB}" destId="{EE1D9463-7773-499A-9BBD-4ECB36C58223}" srcOrd="2" destOrd="0" presId="urn:microsoft.com/office/officeart/2008/layout/LinedList"/>
    <dgm:cxn modelId="{11F0EC54-CDB6-4886-AA12-41DE1C77770F}" type="presParOf" srcId="{545D8772-ED46-4197-BE78-3A393382F6CB}" destId="{BDE5A3C4-539A-4ED9-AF34-812278A5641F}" srcOrd="3" destOrd="0" presId="urn:microsoft.com/office/officeart/2008/layout/LinedList"/>
    <dgm:cxn modelId="{85E82F84-BE15-4462-8586-1F7C19E72B76}" type="presParOf" srcId="{BDE5A3C4-539A-4ED9-AF34-812278A5641F}" destId="{24397D7A-988A-4A6B-BD25-96D88A1B021F}" srcOrd="0" destOrd="0" presId="urn:microsoft.com/office/officeart/2008/layout/LinedList"/>
    <dgm:cxn modelId="{12BD9378-0C36-4DA7-88E1-B64589E9F22D}" type="presParOf" srcId="{BDE5A3C4-539A-4ED9-AF34-812278A5641F}" destId="{814D6028-DF46-4960-AFA3-4696E7455EB2}" srcOrd="1" destOrd="0" presId="urn:microsoft.com/office/officeart/2008/layout/LinedList"/>
    <dgm:cxn modelId="{AC9C5E7A-685C-4960-BBF8-C4EC630A0031}" type="presParOf" srcId="{545D8772-ED46-4197-BE78-3A393382F6CB}" destId="{60E0EF64-58F2-42DA-B597-4A0C0390AF3B}" srcOrd="4" destOrd="0" presId="urn:microsoft.com/office/officeart/2008/layout/LinedList"/>
    <dgm:cxn modelId="{8407C70D-54DD-406C-936E-D8EEC3FD3EA3}" type="presParOf" srcId="{545D8772-ED46-4197-BE78-3A393382F6CB}" destId="{D931F737-E5A0-491F-84D5-00FB6DD95C00}" srcOrd="5" destOrd="0" presId="urn:microsoft.com/office/officeart/2008/layout/LinedList"/>
    <dgm:cxn modelId="{8FB8D912-1E1C-48B3-A444-EE35D59CAE93}" type="presParOf" srcId="{D931F737-E5A0-491F-84D5-00FB6DD95C00}" destId="{9EBFCB37-59C4-45F6-8ED9-379DB707D0E9}" srcOrd="0" destOrd="0" presId="urn:microsoft.com/office/officeart/2008/layout/LinedList"/>
    <dgm:cxn modelId="{64BE52FB-36F6-408A-8BDA-B062A7F5BDA1}" type="presParOf" srcId="{D931F737-E5A0-491F-84D5-00FB6DD95C00}" destId="{ADC10DAE-2379-446C-8E51-B932BD246BE2}" srcOrd="1" destOrd="0" presId="urn:microsoft.com/office/officeart/2008/layout/LinedList"/>
    <dgm:cxn modelId="{0ACB4228-F3E8-4F4F-91C1-12BB8B222017}" type="presParOf" srcId="{545D8772-ED46-4197-BE78-3A393382F6CB}" destId="{4B8CD543-AEF7-4E9C-8E5B-E647FBE2CFCC}" srcOrd="6" destOrd="0" presId="urn:microsoft.com/office/officeart/2008/layout/LinedList"/>
    <dgm:cxn modelId="{2D9E4AE4-D786-4211-84B8-06EB25078593}" type="presParOf" srcId="{545D8772-ED46-4197-BE78-3A393382F6CB}" destId="{695DE20B-3EE3-418A-AA1E-38F7A3DFF31F}" srcOrd="7" destOrd="0" presId="urn:microsoft.com/office/officeart/2008/layout/LinedList"/>
    <dgm:cxn modelId="{C86C1744-0B1D-4B62-8E32-7595BF98A80D}" type="presParOf" srcId="{695DE20B-3EE3-418A-AA1E-38F7A3DFF31F}" destId="{A84B06D8-B665-4554-B706-88512AD2AB4B}" srcOrd="0" destOrd="0" presId="urn:microsoft.com/office/officeart/2008/layout/LinedList"/>
    <dgm:cxn modelId="{A5956281-27B3-4D0E-A666-64CE8BB57E6D}" type="presParOf" srcId="{695DE20B-3EE3-418A-AA1E-38F7A3DFF31F}" destId="{11CE63A8-B608-43C3-90D3-B5467FCCD72C}" srcOrd="1" destOrd="0" presId="urn:microsoft.com/office/officeart/2008/layout/LinedList"/>
    <dgm:cxn modelId="{AE7BDDBF-F838-4E81-87B8-ADEC8279213A}" type="presParOf" srcId="{545D8772-ED46-4197-BE78-3A393382F6CB}" destId="{1FADE6C0-6093-48CA-907B-7F03F81D79DE}" srcOrd="8" destOrd="0" presId="urn:microsoft.com/office/officeart/2008/layout/LinedList"/>
    <dgm:cxn modelId="{592E8AC9-4518-4BE4-97ED-32218BC91829}" type="presParOf" srcId="{545D8772-ED46-4197-BE78-3A393382F6CB}" destId="{9AA25986-E950-4E0D-8D59-1C376592C608}" srcOrd="9" destOrd="0" presId="urn:microsoft.com/office/officeart/2008/layout/LinedList"/>
    <dgm:cxn modelId="{9F0E2256-0A8F-4B25-B61B-465E0E6B9757}" type="presParOf" srcId="{9AA25986-E950-4E0D-8D59-1C376592C608}" destId="{43CD6C89-1F7B-4FA8-9327-456DF1BEAA31}" srcOrd="0" destOrd="0" presId="urn:microsoft.com/office/officeart/2008/layout/LinedList"/>
    <dgm:cxn modelId="{1AAC3700-7D7D-4157-B52A-E8EF99A5C7E1}" type="presParOf" srcId="{9AA25986-E950-4E0D-8D59-1C376592C608}" destId="{BB8D0F53-5BAC-49A0-9242-C5BBA6EC6364}" srcOrd="1" destOrd="0" presId="urn:microsoft.com/office/officeart/2008/layout/LinedList"/>
    <dgm:cxn modelId="{954307C2-A614-4E45-A33F-F00E4D826622}" type="presParOf" srcId="{545D8772-ED46-4197-BE78-3A393382F6CB}" destId="{EAE75390-4734-4E24-B2DF-A7AA6D140F44}" srcOrd="10" destOrd="0" presId="urn:microsoft.com/office/officeart/2008/layout/LinedList"/>
    <dgm:cxn modelId="{414021A8-BA0B-46E6-81F6-84AE94CBBB6D}" type="presParOf" srcId="{545D8772-ED46-4197-BE78-3A393382F6CB}" destId="{2E0F41D8-EB22-4828-A459-66114A42B017}" srcOrd="11" destOrd="0" presId="urn:microsoft.com/office/officeart/2008/layout/LinedList"/>
    <dgm:cxn modelId="{B9792702-5C09-4EA3-9C38-098D87260012}" type="presParOf" srcId="{2E0F41D8-EB22-4828-A459-66114A42B017}" destId="{0A2C8671-CB16-4C4E-B3B9-3F44D0139464}" srcOrd="0" destOrd="0" presId="urn:microsoft.com/office/officeart/2008/layout/LinedList"/>
    <dgm:cxn modelId="{FFE872A8-7271-44DB-8F8B-BF75CA1A8EE8}" type="presParOf" srcId="{2E0F41D8-EB22-4828-A459-66114A42B017}" destId="{8FCD9552-E552-4328-978B-F902877A1335}" srcOrd="1" destOrd="0" presId="urn:microsoft.com/office/officeart/2008/layout/LinedList"/>
    <dgm:cxn modelId="{A7DE5589-FBCE-4054-9816-66609A276FF4}" type="presParOf" srcId="{545D8772-ED46-4197-BE78-3A393382F6CB}" destId="{F158EF13-E9AA-4438-98F0-72C45E8B65A0}" srcOrd="12" destOrd="0" presId="urn:microsoft.com/office/officeart/2008/layout/LinedList"/>
    <dgm:cxn modelId="{25CAB1ED-382F-450A-A55A-CA9BCADB0073}" type="presParOf" srcId="{545D8772-ED46-4197-BE78-3A393382F6CB}" destId="{E8C806D3-16CD-493D-A303-9A09DFCDE19B}" srcOrd="13" destOrd="0" presId="urn:microsoft.com/office/officeart/2008/layout/LinedList"/>
    <dgm:cxn modelId="{2167EA1F-E511-4570-B1DA-BF71BE17FCF5}" type="presParOf" srcId="{E8C806D3-16CD-493D-A303-9A09DFCDE19B}" destId="{29F5EF92-5869-4E5A-83E7-B188D248194D}" srcOrd="0" destOrd="0" presId="urn:microsoft.com/office/officeart/2008/layout/LinedList"/>
    <dgm:cxn modelId="{FCEDDDEE-5A04-4ADF-9E90-8881839DE730}" type="presParOf" srcId="{E8C806D3-16CD-493D-A303-9A09DFCDE19B}" destId="{978831AA-D98F-47A1-B976-513C4ABFB942}" srcOrd="1" destOrd="0" presId="urn:microsoft.com/office/officeart/2008/layout/LinedList"/>
    <dgm:cxn modelId="{43652030-DF71-4BE2-94EF-C9B2AF890365}" type="presParOf" srcId="{545D8772-ED46-4197-BE78-3A393382F6CB}" destId="{6ED80D5F-0A89-4BFB-8D89-4E64C665FC13}" srcOrd="14" destOrd="0" presId="urn:microsoft.com/office/officeart/2008/layout/LinedList"/>
    <dgm:cxn modelId="{725F1384-90D6-46FE-87B7-CF0BECF2D637}" type="presParOf" srcId="{545D8772-ED46-4197-BE78-3A393382F6CB}" destId="{B40218B2-8AB7-4731-B3BA-2B71BCAD2ED3}" srcOrd="15" destOrd="0" presId="urn:microsoft.com/office/officeart/2008/layout/LinedList"/>
    <dgm:cxn modelId="{F256EFE5-09AE-48B7-AACD-116DB358FFEC}" type="presParOf" srcId="{B40218B2-8AB7-4731-B3BA-2B71BCAD2ED3}" destId="{4E43D41A-FE07-400C-8098-9E957232DF61}" srcOrd="0" destOrd="0" presId="urn:microsoft.com/office/officeart/2008/layout/LinedList"/>
    <dgm:cxn modelId="{2BC6EB56-FFEC-4A18-A920-42917A0BDE57}" type="presParOf" srcId="{B40218B2-8AB7-4731-B3BA-2B71BCAD2ED3}" destId="{1688B0A2-7AEB-480F-8E64-D542F5CA3333}" srcOrd="1" destOrd="0" presId="urn:microsoft.com/office/officeart/2008/layout/LinedList"/>
    <dgm:cxn modelId="{8CA63AF3-7A96-4058-9D4E-4998DE19F82C}" type="presParOf" srcId="{545D8772-ED46-4197-BE78-3A393382F6CB}" destId="{DFDD5D5A-7D3F-4E21-9255-84A634B89B4F}" srcOrd="16" destOrd="0" presId="urn:microsoft.com/office/officeart/2008/layout/LinedList"/>
    <dgm:cxn modelId="{DDB99553-6801-456E-AB65-FE16D82A7A1A}" type="presParOf" srcId="{545D8772-ED46-4197-BE78-3A393382F6CB}" destId="{585DE94C-BA8A-4994-B374-4FD5FD31ABAF}" srcOrd="17" destOrd="0" presId="urn:microsoft.com/office/officeart/2008/layout/LinedList"/>
    <dgm:cxn modelId="{865FE662-4DBB-4359-9506-52BE2F56DFAD}" type="presParOf" srcId="{585DE94C-BA8A-4994-B374-4FD5FD31ABAF}" destId="{F78E27E0-E3D7-4580-87B0-F1E4790F801F}" srcOrd="0" destOrd="0" presId="urn:microsoft.com/office/officeart/2008/layout/LinedList"/>
    <dgm:cxn modelId="{5392ACAB-E4C3-4389-B702-E721BCEFE784}" type="presParOf" srcId="{585DE94C-BA8A-4994-B374-4FD5FD31ABAF}" destId="{EBB61FE1-7216-4810-943A-492A430E3C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A048E-E1FD-4319-B30E-FC5E2212BEB7}">
      <dsp:nvSpPr>
        <dsp:cNvPr id="0" name=""/>
        <dsp:cNvSpPr/>
      </dsp:nvSpPr>
      <dsp:spPr>
        <a:xfrm>
          <a:off x="1668227" y="-50083"/>
          <a:ext cx="4550245" cy="4550245"/>
        </a:xfrm>
        <a:prstGeom prst="circularArrow">
          <a:avLst>
            <a:gd name="adj1" fmla="val 5544"/>
            <a:gd name="adj2" fmla="val 330680"/>
            <a:gd name="adj3" fmla="val 14757923"/>
            <a:gd name="adj4" fmla="val 1681282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A436A9-991B-4401-84BF-8F4E9DB30560}">
      <dsp:nvSpPr>
        <dsp:cNvPr id="0" name=""/>
        <dsp:cNvSpPr/>
      </dsp:nvSpPr>
      <dsp:spPr>
        <a:xfrm>
          <a:off x="3358008" y="1105"/>
          <a:ext cx="1170682" cy="58534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Introduction</a:t>
          </a:r>
        </a:p>
      </dsp:txBody>
      <dsp:txXfrm>
        <a:off x="3386582" y="29679"/>
        <a:ext cx="1113534" cy="528193"/>
      </dsp:txXfrm>
    </dsp:sp>
    <dsp:sp modelId="{F263D8D0-A2A8-4E8A-AF7A-33B6853E2217}">
      <dsp:nvSpPr>
        <dsp:cNvPr id="0" name=""/>
        <dsp:cNvSpPr/>
      </dsp:nvSpPr>
      <dsp:spPr>
        <a:xfrm>
          <a:off x="4605276" y="455073"/>
          <a:ext cx="1170682" cy="585341"/>
        </a:xfrm>
        <a:prstGeom prst="round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Workflow</a:t>
          </a:r>
        </a:p>
      </dsp:txBody>
      <dsp:txXfrm>
        <a:off x="4633850" y="483647"/>
        <a:ext cx="1113534" cy="528193"/>
      </dsp:txXfrm>
    </dsp:sp>
    <dsp:sp modelId="{D58F93F8-06B0-4020-B3F0-C306DB2F751F}">
      <dsp:nvSpPr>
        <dsp:cNvPr id="0" name=""/>
        <dsp:cNvSpPr/>
      </dsp:nvSpPr>
      <dsp:spPr>
        <a:xfrm>
          <a:off x="5268933" y="1604561"/>
          <a:ext cx="1170682" cy="585341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Literature Survey</a:t>
          </a:r>
        </a:p>
      </dsp:txBody>
      <dsp:txXfrm>
        <a:off x="5297507" y="1633135"/>
        <a:ext cx="1113534" cy="528193"/>
      </dsp:txXfrm>
    </dsp:sp>
    <dsp:sp modelId="{BA973882-D500-47A4-B292-82137115ADAE}">
      <dsp:nvSpPr>
        <dsp:cNvPr id="0" name=""/>
        <dsp:cNvSpPr/>
      </dsp:nvSpPr>
      <dsp:spPr>
        <a:xfrm>
          <a:off x="5038447" y="2911710"/>
          <a:ext cx="1170682" cy="585341"/>
        </a:xfrm>
        <a:prstGeom prst="round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Problem Definition</a:t>
          </a:r>
        </a:p>
      </dsp:txBody>
      <dsp:txXfrm>
        <a:off x="5067021" y="2940284"/>
        <a:ext cx="1113534" cy="528193"/>
      </dsp:txXfrm>
    </dsp:sp>
    <dsp:sp modelId="{4811149B-0067-47D2-BB06-B85ED45E47E9}">
      <dsp:nvSpPr>
        <dsp:cNvPr id="0" name=""/>
        <dsp:cNvSpPr/>
      </dsp:nvSpPr>
      <dsp:spPr>
        <a:xfrm>
          <a:off x="4021665" y="3764891"/>
          <a:ext cx="1170682" cy="585341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Objectives</a:t>
          </a:r>
        </a:p>
      </dsp:txBody>
      <dsp:txXfrm>
        <a:off x="4050239" y="3793465"/>
        <a:ext cx="1113534" cy="528193"/>
      </dsp:txXfrm>
    </dsp:sp>
    <dsp:sp modelId="{4050FC89-30FB-4EC7-A494-AC63DA3E7510}">
      <dsp:nvSpPr>
        <dsp:cNvPr id="0" name=""/>
        <dsp:cNvSpPr/>
      </dsp:nvSpPr>
      <dsp:spPr>
        <a:xfrm>
          <a:off x="2694352" y="3764891"/>
          <a:ext cx="1170682" cy="585341"/>
        </a:xfrm>
        <a:prstGeom prst="round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Existing System</a:t>
          </a:r>
        </a:p>
      </dsp:txBody>
      <dsp:txXfrm>
        <a:off x="2722926" y="3793465"/>
        <a:ext cx="1113534" cy="528193"/>
      </dsp:txXfrm>
    </dsp:sp>
    <dsp:sp modelId="{FA5A474F-72F4-45D5-8751-86E768531A8B}">
      <dsp:nvSpPr>
        <dsp:cNvPr id="0" name=""/>
        <dsp:cNvSpPr/>
      </dsp:nvSpPr>
      <dsp:spPr>
        <a:xfrm>
          <a:off x="1677570" y="2911710"/>
          <a:ext cx="1170682" cy="585341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Proposed System</a:t>
          </a:r>
        </a:p>
      </dsp:txBody>
      <dsp:txXfrm>
        <a:off x="1706144" y="2940284"/>
        <a:ext cx="1113534" cy="528193"/>
      </dsp:txXfrm>
    </dsp:sp>
    <dsp:sp modelId="{949204FF-2BA6-4CF1-82D7-90DFCD97AC36}">
      <dsp:nvSpPr>
        <dsp:cNvPr id="0" name=""/>
        <dsp:cNvSpPr/>
      </dsp:nvSpPr>
      <dsp:spPr>
        <a:xfrm>
          <a:off x="1447084" y="1604561"/>
          <a:ext cx="1170682" cy="585341"/>
        </a:xfrm>
        <a:prstGeom prst="round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Block Diagram</a:t>
          </a:r>
        </a:p>
      </dsp:txBody>
      <dsp:txXfrm>
        <a:off x="1475658" y="1633135"/>
        <a:ext cx="1113534" cy="528193"/>
      </dsp:txXfrm>
    </dsp:sp>
    <dsp:sp modelId="{AF7C4F18-DB69-4BFE-A294-AA8038492555}">
      <dsp:nvSpPr>
        <dsp:cNvPr id="0" name=""/>
        <dsp:cNvSpPr/>
      </dsp:nvSpPr>
      <dsp:spPr>
        <a:xfrm>
          <a:off x="2110741" y="455073"/>
          <a:ext cx="1170682" cy="585341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References</a:t>
          </a:r>
        </a:p>
      </dsp:txBody>
      <dsp:txXfrm>
        <a:off x="2139315" y="483647"/>
        <a:ext cx="1113534" cy="5281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94B94E-F89C-4EA7-B597-837221B58FD9}">
      <dsp:nvSpPr>
        <dsp:cNvPr id="0" name=""/>
        <dsp:cNvSpPr/>
      </dsp:nvSpPr>
      <dsp:spPr>
        <a:xfrm>
          <a:off x="0" y="330308"/>
          <a:ext cx="7886700" cy="8751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SRAM plays a critical role in low-power VLSI systems, especially for IoT and portable devices.</a:t>
          </a:r>
        </a:p>
      </dsp:txBody>
      <dsp:txXfrm>
        <a:off x="42722" y="373030"/>
        <a:ext cx="7801256" cy="789716"/>
      </dsp:txXfrm>
    </dsp:sp>
    <dsp:sp modelId="{628811DD-A6DC-4A61-9633-33D148213411}">
      <dsp:nvSpPr>
        <dsp:cNvPr id="0" name=""/>
        <dsp:cNvSpPr/>
      </dsp:nvSpPr>
      <dsp:spPr>
        <a:xfrm>
          <a:off x="0" y="1268829"/>
          <a:ext cx="7886700" cy="8751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Operating at ultra-low voltage (0.35V–0.6V) is essential for energy-efficient design.</a:t>
          </a:r>
        </a:p>
      </dsp:txBody>
      <dsp:txXfrm>
        <a:off x="42722" y="1311551"/>
        <a:ext cx="7801256" cy="789716"/>
      </dsp:txXfrm>
    </dsp:sp>
    <dsp:sp modelId="{471C1251-2D03-49B6-AC8D-9817958B7C18}">
      <dsp:nvSpPr>
        <dsp:cNvPr id="0" name=""/>
        <dsp:cNvSpPr/>
      </dsp:nvSpPr>
      <dsp:spPr>
        <a:xfrm>
          <a:off x="0" y="2207349"/>
          <a:ext cx="7886700" cy="8751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Conventional SRAM (6T, 8T) suffers from read stability issues, leakage, and high power in sub-threshold region.</a:t>
          </a:r>
        </a:p>
      </dsp:txBody>
      <dsp:txXfrm>
        <a:off x="42722" y="2250071"/>
        <a:ext cx="7801256" cy="789716"/>
      </dsp:txXfrm>
    </dsp:sp>
    <dsp:sp modelId="{83B4C4DC-6D54-491B-A78B-1B04C3E0A8EB}">
      <dsp:nvSpPr>
        <dsp:cNvPr id="0" name=""/>
        <dsp:cNvSpPr/>
      </dsp:nvSpPr>
      <dsp:spPr>
        <a:xfrm>
          <a:off x="0" y="3145869"/>
          <a:ext cx="7886700" cy="8751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This project focuses on designing a 7T SRAM with Dynamic Read Assist and Adaptive Refresh to enhance speed and reduce leakage.</a:t>
          </a:r>
        </a:p>
      </dsp:txBody>
      <dsp:txXfrm>
        <a:off x="42722" y="3188591"/>
        <a:ext cx="7801256" cy="789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82A5B-8BBD-4FD9-87DA-4758D6B6C613}">
      <dsp:nvSpPr>
        <dsp:cNvPr id="0" name=""/>
        <dsp:cNvSpPr/>
      </dsp:nvSpPr>
      <dsp:spPr>
        <a:xfrm>
          <a:off x="0" y="196794"/>
          <a:ext cx="7886700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Literature Review</a:t>
          </a:r>
        </a:p>
      </dsp:txBody>
      <dsp:txXfrm>
        <a:off x="29271" y="226065"/>
        <a:ext cx="7828158" cy="541083"/>
      </dsp:txXfrm>
    </dsp:sp>
    <dsp:sp modelId="{EE5D3E6B-1471-4A22-8071-4D301C268B2E}">
      <dsp:nvSpPr>
        <dsp:cNvPr id="0" name=""/>
        <dsp:cNvSpPr/>
      </dsp:nvSpPr>
      <dsp:spPr>
        <a:xfrm>
          <a:off x="0" y="868419"/>
          <a:ext cx="7886700" cy="599625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Design of 7T SRAM Cell in Cadence Virtuoso</a:t>
          </a:r>
        </a:p>
      </dsp:txBody>
      <dsp:txXfrm>
        <a:off x="29271" y="897690"/>
        <a:ext cx="7828158" cy="541083"/>
      </dsp:txXfrm>
    </dsp:sp>
    <dsp:sp modelId="{270F1F7A-56EE-4FEF-BE0E-F6E29C0B413F}">
      <dsp:nvSpPr>
        <dsp:cNvPr id="0" name=""/>
        <dsp:cNvSpPr/>
      </dsp:nvSpPr>
      <dsp:spPr>
        <a:xfrm>
          <a:off x="0" y="1540044"/>
          <a:ext cx="7886700" cy="599625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Simulation for Read/Write, SNM, Power &amp; Delay</a:t>
          </a:r>
        </a:p>
      </dsp:txBody>
      <dsp:txXfrm>
        <a:off x="29271" y="1569315"/>
        <a:ext cx="7828158" cy="541083"/>
      </dsp:txXfrm>
    </dsp:sp>
    <dsp:sp modelId="{9D8AE6FF-2F57-4C9D-8922-3B4BD4C55AF3}">
      <dsp:nvSpPr>
        <dsp:cNvPr id="0" name=""/>
        <dsp:cNvSpPr/>
      </dsp:nvSpPr>
      <dsp:spPr>
        <a:xfrm>
          <a:off x="0" y="2211669"/>
          <a:ext cx="7886700" cy="599625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4. Implement Dynamic Read Assist for speed improvement</a:t>
          </a:r>
        </a:p>
      </dsp:txBody>
      <dsp:txXfrm>
        <a:off x="29271" y="2240940"/>
        <a:ext cx="7828158" cy="541083"/>
      </dsp:txXfrm>
    </dsp:sp>
    <dsp:sp modelId="{66A2462B-0CA5-44A8-98A4-02E6412C930E}">
      <dsp:nvSpPr>
        <dsp:cNvPr id="0" name=""/>
        <dsp:cNvSpPr/>
      </dsp:nvSpPr>
      <dsp:spPr>
        <a:xfrm>
          <a:off x="0" y="2883294"/>
          <a:ext cx="7886700" cy="599625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5. Build 4×4 SRAM array with Adaptive Refresh</a:t>
          </a:r>
        </a:p>
      </dsp:txBody>
      <dsp:txXfrm>
        <a:off x="29271" y="2912565"/>
        <a:ext cx="7828158" cy="541083"/>
      </dsp:txXfrm>
    </dsp:sp>
    <dsp:sp modelId="{95011A59-2D36-4DD2-972A-98747876D072}">
      <dsp:nvSpPr>
        <dsp:cNvPr id="0" name=""/>
        <dsp:cNvSpPr/>
      </dsp:nvSpPr>
      <dsp:spPr>
        <a:xfrm>
          <a:off x="0" y="3554919"/>
          <a:ext cx="7886700" cy="5996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6. Compare performance with 6T and base 7T designs</a:t>
          </a:r>
        </a:p>
      </dsp:txBody>
      <dsp:txXfrm>
        <a:off x="29271" y="3584190"/>
        <a:ext cx="7828158" cy="5410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7672F-999E-4AEF-B4BA-B5D0D9729289}">
      <dsp:nvSpPr>
        <dsp:cNvPr id="0" name=""/>
        <dsp:cNvSpPr/>
      </dsp:nvSpPr>
      <dsp:spPr>
        <a:xfrm>
          <a:off x="0" y="78669"/>
          <a:ext cx="7886700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6T SRAM fails in sub-threshold region due to read disturb and half-select issues.</a:t>
          </a:r>
        </a:p>
      </dsp:txBody>
      <dsp:txXfrm>
        <a:off x="48547" y="127216"/>
        <a:ext cx="7789606" cy="897406"/>
      </dsp:txXfrm>
    </dsp:sp>
    <dsp:sp modelId="{FD38D417-A25E-4C0C-9158-796A44EC35CF}">
      <dsp:nvSpPr>
        <dsp:cNvPr id="0" name=""/>
        <dsp:cNvSpPr/>
      </dsp:nvSpPr>
      <dsp:spPr>
        <a:xfrm>
          <a:off x="0" y="1145169"/>
          <a:ext cx="7886700" cy="9945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8T SRAM reduces read disturb but has high leakage and requires precharge.</a:t>
          </a:r>
        </a:p>
      </dsp:txBody>
      <dsp:txXfrm>
        <a:off x="48547" y="1193716"/>
        <a:ext cx="7789606" cy="897406"/>
      </dsp:txXfrm>
    </dsp:sp>
    <dsp:sp modelId="{D704CEEF-810C-4725-B716-FD6277A8336F}">
      <dsp:nvSpPr>
        <dsp:cNvPr id="0" name=""/>
        <dsp:cNvSpPr/>
      </dsp:nvSpPr>
      <dsp:spPr>
        <a:xfrm>
          <a:off x="0" y="2211669"/>
          <a:ext cx="7886700" cy="9945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7T SRAM improves read margin but suffers from slow read speed at low voltage and standby leakage.</a:t>
          </a:r>
        </a:p>
      </dsp:txBody>
      <dsp:txXfrm>
        <a:off x="48547" y="2260216"/>
        <a:ext cx="7789606" cy="897406"/>
      </dsp:txXfrm>
    </dsp:sp>
    <dsp:sp modelId="{9A8FC375-F176-46B1-B0D4-839ED5D4384E}">
      <dsp:nvSpPr>
        <dsp:cNvPr id="0" name=""/>
        <dsp:cNvSpPr/>
      </dsp:nvSpPr>
      <dsp:spPr>
        <a:xfrm>
          <a:off x="0" y="3278169"/>
          <a:ext cx="7886700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Need for an SRAM design that is low power, variation-tolerant, faster, and leakage-optimized.</a:t>
          </a:r>
        </a:p>
      </dsp:txBody>
      <dsp:txXfrm>
        <a:off x="48547" y="3326716"/>
        <a:ext cx="7789606" cy="8974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65F94-5E83-4843-AE22-CF72B8D98B77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CDDD9-366B-4598-80D1-58241E0B7470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B8244-794D-46CA-A978-F6C704AAA210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Design and simulate a 7T SRAM cell in Cadence Virtuoso.</a:t>
          </a:r>
        </a:p>
      </dsp:txBody>
      <dsp:txXfrm>
        <a:off x="1330115" y="659889"/>
        <a:ext cx="2546008" cy="1080124"/>
      </dsp:txXfrm>
    </dsp:sp>
    <dsp:sp modelId="{49EAB9DA-12C4-408E-879D-DDE3A1680EDA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E78028-5E6B-464B-9F0D-20626E3843B8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60C81-2AC0-4763-8152-8A5670050E65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Add Dynamic Read Assist to improve read speed (~40% faster).</a:t>
          </a:r>
        </a:p>
      </dsp:txBody>
      <dsp:txXfrm>
        <a:off x="5631327" y="659889"/>
        <a:ext cx="2546008" cy="1080124"/>
      </dsp:txXfrm>
    </dsp:sp>
    <dsp:sp modelId="{95118EEF-CA7A-4053-8DE7-75D2F7A35CC2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817D9-0A83-4640-8C22-4F115D62204A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12F12-AC79-4017-8945-342AA6ED3077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Implement Adaptive Refresh in a small array to minimize leakage (~90% reduction).</a:t>
          </a:r>
        </a:p>
      </dsp:txBody>
      <dsp:txXfrm>
        <a:off x="1330115" y="2452790"/>
        <a:ext cx="2546008" cy="1080124"/>
      </dsp:txXfrm>
    </dsp:sp>
    <dsp:sp modelId="{56360428-7F78-4283-A0AC-8C32190050E0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24500-7690-4913-9DBF-F38FAEE43E08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9602E9-7D5A-4A5C-ACA9-64C6CF9C0A11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Compare performance (power, delay, SNM) with 6T and original 7T designs.</a:t>
          </a:r>
        </a:p>
      </dsp:txBody>
      <dsp:txXfrm>
        <a:off x="5631327" y="2452790"/>
        <a:ext cx="2546008" cy="1080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D514A9-1A58-4CB8-96FB-CEAC4551B6AA}">
      <dsp:nvSpPr>
        <dsp:cNvPr id="0" name=""/>
        <dsp:cNvSpPr/>
      </dsp:nvSpPr>
      <dsp:spPr>
        <a:xfrm>
          <a:off x="0" y="74211"/>
          <a:ext cx="7886700" cy="794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6T SRAM:</a:t>
          </a:r>
        </a:p>
      </dsp:txBody>
      <dsp:txXfrm>
        <a:off x="38784" y="112995"/>
        <a:ext cx="7809132" cy="716935"/>
      </dsp:txXfrm>
    </dsp:sp>
    <dsp:sp modelId="{398865CA-88BE-4BCA-8AEC-20D91CA829DC}">
      <dsp:nvSpPr>
        <dsp:cNvPr id="0" name=""/>
        <dsp:cNvSpPr/>
      </dsp:nvSpPr>
      <dsp:spPr>
        <a:xfrm>
          <a:off x="0" y="926314"/>
          <a:ext cx="7886700" cy="794503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Simple, widely used, but fails at low voltage.</a:t>
          </a:r>
        </a:p>
      </dsp:txBody>
      <dsp:txXfrm>
        <a:off x="38784" y="965098"/>
        <a:ext cx="7809132" cy="716935"/>
      </dsp:txXfrm>
    </dsp:sp>
    <dsp:sp modelId="{4CA34E16-D436-426B-B119-2B4464092CD8}">
      <dsp:nvSpPr>
        <dsp:cNvPr id="0" name=""/>
        <dsp:cNvSpPr/>
      </dsp:nvSpPr>
      <dsp:spPr>
        <a:xfrm>
          <a:off x="0" y="1778417"/>
          <a:ext cx="7886700" cy="794503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8T SRAM:</a:t>
          </a:r>
        </a:p>
      </dsp:txBody>
      <dsp:txXfrm>
        <a:off x="38784" y="1817201"/>
        <a:ext cx="7809132" cy="716935"/>
      </dsp:txXfrm>
    </dsp:sp>
    <dsp:sp modelId="{6D4D13B0-64EC-432F-AAD8-E2EBF200318E}">
      <dsp:nvSpPr>
        <dsp:cNvPr id="0" name=""/>
        <dsp:cNvSpPr/>
      </dsp:nvSpPr>
      <dsp:spPr>
        <a:xfrm>
          <a:off x="0" y="2630520"/>
          <a:ext cx="7886700" cy="794503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Adds a read port for stability but suffers from high leakage and power overhead.</a:t>
          </a:r>
        </a:p>
      </dsp:txBody>
      <dsp:txXfrm>
        <a:off x="38784" y="2669304"/>
        <a:ext cx="7809132" cy="716935"/>
      </dsp:txXfrm>
    </dsp:sp>
    <dsp:sp modelId="{5C05D683-A1C7-4039-B9D9-B9D24F3534DC}">
      <dsp:nvSpPr>
        <dsp:cNvPr id="0" name=""/>
        <dsp:cNvSpPr/>
      </dsp:nvSpPr>
      <dsp:spPr>
        <a:xfrm>
          <a:off x="0" y="3482623"/>
          <a:ext cx="7886700" cy="79450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Both require assist techniques for ultra-low voltage, adding complexity and area.</a:t>
          </a:r>
        </a:p>
      </dsp:txBody>
      <dsp:txXfrm>
        <a:off x="38784" y="3521407"/>
        <a:ext cx="7809132" cy="7169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48669-B1B2-4B66-8ACB-961657C16D57}">
      <dsp:nvSpPr>
        <dsp:cNvPr id="0" name=""/>
        <dsp:cNvSpPr/>
      </dsp:nvSpPr>
      <dsp:spPr>
        <a:xfrm>
          <a:off x="0" y="629959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~40% faster read at 0.35V compared to original 7T.</a:t>
          </a:r>
        </a:p>
      </dsp:txBody>
      <dsp:txXfrm>
        <a:off x="48547" y="678506"/>
        <a:ext cx="4903030" cy="897406"/>
      </dsp:txXfrm>
    </dsp:sp>
    <dsp:sp modelId="{8203E66A-5BDC-4BB0-80C0-ED5119FE3A6B}">
      <dsp:nvSpPr>
        <dsp:cNvPr id="0" name=""/>
        <dsp:cNvSpPr/>
      </dsp:nvSpPr>
      <dsp:spPr>
        <a:xfrm>
          <a:off x="0" y="169646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Standby leakage reduced by ~90% with refresh.</a:t>
          </a:r>
        </a:p>
      </dsp:txBody>
      <dsp:txXfrm>
        <a:off x="48547" y="1745007"/>
        <a:ext cx="4903030" cy="897406"/>
      </dsp:txXfrm>
    </dsp:sp>
    <dsp:sp modelId="{1D38747B-5CB5-4EC8-B028-AC58106AC1E1}">
      <dsp:nvSpPr>
        <dsp:cNvPr id="0" name=""/>
        <dsp:cNvSpPr/>
      </dsp:nvSpPr>
      <dsp:spPr>
        <a:xfrm>
          <a:off x="0" y="276296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Power remains ~30% of 6T design (due to no bitline precharge).</a:t>
          </a:r>
        </a:p>
      </dsp:txBody>
      <dsp:txXfrm>
        <a:off x="48547" y="2811507"/>
        <a:ext cx="4903030" cy="897406"/>
      </dsp:txXfrm>
    </dsp:sp>
    <dsp:sp modelId="{AFF98491-8673-4255-AF04-ED4E2AF634F5}">
      <dsp:nvSpPr>
        <dsp:cNvPr id="0" name=""/>
        <dsp:cNvSpPr/>
      </dsp:nvSpPr>
      <dsp:spPr>
        <a:xfrm>
          <a:off x="0" y="3829460"/>
          <a:ext cx="5000124" cy="9945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High SNM and stability across PVT variations.</a:t>
          </a:r>
        </a:p>
      </dsp:txBody>
      <dsp:txXfrm>
        <a:off x="48547" y="3878007"/>
        <a:ext cx="4903030" cy="8974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A0765-FE83-4CEC-89A9-F6546C47BA23}">
      <dsp:nvSpPr>
        <dsp:cNvPr id="0" name=""/>
        <dsp:cNvSpPr/>
      </dsp:nvSpPr>
      <dsp:spPr>
        <a:xfrm>
          <a:off x="0" y="665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851882-4BF6-4FA9-993E-EBB824995A91}">
      <dsp:nvSpPr>
        <dsp:cNvPr id="0" name=""/>
        <dsp:cNvSpPr/>
      </dsp:nvSpPr>
      <dsp:spPr>
        <a:xfrm>
          <a:off x="0" y="665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[1] A Low-Power Variation-Tolerant 7T SRAM With Enhanced Read Sensing Margin for Voltage Scaling.</a:t>
          </a:r>
        </a:p>
      </dsp:txBody>
      <dsp:txXfrm>
        <a:off x="0" y="665"/>
        <a:ext cx="5000124" cy="605843"/>
      </dsp:txXfrm>
    </dsp:sp>
    <dsp:sp modelId="{EE1D9463-7773-499A-9BBD-4ECB36C58223}">
      <dsp:nvSpPr>
        <dsp:cNvPr id="0" name=""/>
        <dsp:cNvSpPr/>
      </dsp:nvSpPr>
      <dsp:spPr>
        <a:xfrm>
          <a:off x="0" y="606508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4397D7A-988A-4A6B-BD25-96D88A1B021F}">
      <dsp:nvSpPr>
        <dsp:cNvPr id="0" name=""/>
        <dsp:cNvSpPr/>
      </dsp:nvSpPr>
      <dsp:spPr>
        <a:xfrm>
          <a:off x="0" y="606508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[2] A PMOS read-port 8T SRAM cell with optimized leakage power and enhanced performance.</a:t>
          </a:r>
        </a:p>
      </dsp:txBody>
      <dsp:txXfrm>
        <a:off x="0" y="606508"/>
        <a:ext cx="5000124" cy="605843"/>
      </dsp:txXfrm>
    </dsp:sp>
    <dsp:sp modelId="{60E0EF64-58F2-42DA-B597-4A0C0390AF3B}">
      <dsp:nvSpPr>
        <dsp:cNvPr id="0" name=""/>
        <dsp:cNvSpPr/>
      </dsp:nvSpPr>
      <dsp:spPr>
        <a:xfrm>
          <a:off x="0" y="1212352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BFCB37-59C4-45F6-8ED9-379DB707D0E9}">
      <dsp:nvSpPr>
        <dsp:cNvPr id="0" name=""/>
        <dsp:cNvSpPr/>
      </dsp:nvSpPr>
      <dsp:spPr>
        <a:xfrm>
          <a:off x="0" y="1212352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[3] US8630132B2 - SRAM read and write assist apparatus - Google Patents.</a:t>
          </a:r>
        </a:p>
      </dsp:txBody>
      <dsp:txXfrm>
        <a:off x="0" y="1212352"/>
        <a:ext cx="5000124" cy="605843"/>
      </dsp:txXfrm>
    </dsp:sp>
    <dsp:sp modelId="{4B8CD543-AEF7-4E9C-8E5B-E647FBE2CFCC}">
      <dsp:nvSpPr>
        <dsp:cNvPr id="0" name=""/>
        <dsp:cNvSpPr/>
      </dsp:nvSpPr>
      <dsp:spPr>
        <a:xfrm>
          <a:off x="0" y="1818195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4B06D8-B665-4554-B706-88512AD2AB4B}">
      <dsp:nvSpPr>
        <dsp:cNvPr id="0" name=""/>
        <dsp:cNvSpPr/>
      </dsp:nvSpPr>
      <dsp:spPr>
        <a:xfrm>
          <a:off x="0" y="1818195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[4] A replica technique for </a:t>
          </a:r>
          <a:r>
            <a:rPr lang="en-US" sz="1400" kern="1200" dirty="0" err="1"/>
            <a:t>wordline</a:t>
          </a:r>
          <a:r>
            <a:rPr lang="en-US" sz="1400" kern="1200" dirty="0"/>
            <a:t> and sense control in low-power SRAMs.</a:t>
          </a:r>
        </a:p>
      </dsp:txBody>
      <dsp:txXfrm>
        <a:off x="0" y="1818195"/>
        <a:ext cx="5000124" cy="605843"/>
      </dsp:txXfrm>
    </dsp:sp>
    <dsp:sp modelId="{1FADE6C0-6093-48CA-907B-7F03F81D79DE}">
      <dsp:nvSpPr>
        <dsp:cNvPr id="0" name=""/>
        <dsp:cNvSpPr/>
      </dsp:nvSpPr>
      <dsp:spPr>
        <a:xfrm>
          <a:off x="0" y="2424038"/>
          <a:ext cx="5000124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CD6C89-1F7B-4FA8-9327-456DF1BEAA31}">
      <dsp:nvSpPr>
        <dsp:cNvPr id="0" name=""/>
        <dsp:cNvSpPr/>
      </dsp:nvSpPr>
      <dsp:spPr>
        <a:xfrm>
          <a:off x="0" y="2424038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[5] DESIGN AND ANALYSIS OF FAST LOW POWER SRAMs - Stanford VLSI research group.</a:t>
          </a:r>
        </a:p>
      </dsp:txBody>
      <dsp:txXfrm>
        <a:off x="0" y="2424038"/>
        <a:ext cx="5000124" cy="605843"/>
      </dsp:txXfrm>
    </dsp:sp>
    <dsp:sp modelId="{EAE75390-4734-4E24-B2DF-A7AA6D140F44}">
      <dsp:nvSpPr>
        <dsp:cNvPr id="0" name=""/>
        <dsp:cNvSpPr/>
      </dsp:nvSpPr>
      <dsp:spPr>
        <a:xfrm>
          <a:off x="0" y="3029881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2C8671-CB16-4C4E-B3B9-3F44D0139464}">
      <dsp:nvSpPr>
        <dsp:cNvPr id="0" name=""/>
        <dsp:cNvSpPr/>
      </dsp:nvSpPr>
      <dsp:spPr>
        <a:xfrm>
          <a:off x="0" y="3029881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[6] Multi-stage dual replica bit-line delay technique for process-variation-robust timing of low voltage SRAM sense amplifier.</a:t>
          </a:r>
        </a:p>
      </dsp:txBody>
      <dsp:txXfrm>
        <a:off x="0" y="3029881"/>
        <a:ext cx="5000124" cy="605843"/>
      </dsp:txXfrm>
    </dsp:sp>
    <dsp:sp modelId="{F158EF13-E9AA-4438-98F0-72C45E8B65A0}">
      <dsp:nvSpPr>
        <dsp:cNvPr id="0" name=""/>
        <dsp:cNvSpPr/>
      </dsp:nvSpPr>
      <dsp:spPr>
        <a:xfrm>
          <a:off x="0" y="3635724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F5EF92-5869-4E5A-83E7-B188D248194D}">
      <dsp:nvSpPr>
        <dsp:cNvPr id="0" name=""/>
        <dsp:cNvSpPr/>
      </dsp:nvSpPr>
      <dsp:spPr>
        <a:xfrm>
          <a:off x="0" y="3635724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[7] A Reconfigurable Replica Bitline to Determine Optimum SRAM Sense Amplifier Set Time.</a:t>
          </a:r>
        </a:p>
      </dsp:txBody>
      <dsp:txXfrm>
        <a:off x="0" y="3635724"/>
        <a:ext cx="5000124" cy="605843"/>
      </dsp:txXfrm>
    </dsp:sp>
    <dsp:sp modelId="{6ED80D5F-0A89-4BFB-8D89-4E64C665FC13}">
      <dsp:nvSpPr>
        <dsp:cNvPr id="0" name=""/>
        <dsp:cNvSpPr/>
      </dsp:nvSpPr>
      <dsp:spPr>
        <a:xfrm>
          <a:off x="0" y="4241567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43D41A-FE07-400C-8098-9E957232DF61}">
      <dsp:nvSpPr>
        <dsp:cNvPr id="0" name=""/>
        <dsp:cNvSpPr/>
      </dsp:nvSpPr>
      <dsp:spPr>
        <a:xfrm>
          <a:off x="0" y="4241567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[8] On the Efficacy of Write-Assist Techniques in Low Voltage Nanoscale SRAMs.</a:t>
          </a:r>
        </a:p>
      </dsp:txBody>
      <dsp:txXfrm>
        <a:off x="0" y="4241567"/>
        <a:ext cx="5000124" cy="605843"/>
      </dsp:txXfrm>
    </dsp:sp>
    <dsp:sp modelId="{DFDD5D5A-7D3F-4E21-9255-84A634B89B4F}">
      <dsp:nvSpPr>
        <dsp:cNvPr id="0" name=""/>
        <dsp:cNvSpPr/>
      </dsp:nvSpPr>
      <dsp:spPr>
        <a:xfrm>
          <a:off x="0" y="4847411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8E27E0-E3D7-4580-87B0-F1E4790F801F}">
      <dsp:nvSpPr>
        <dsp:cNvPr id="0" name=""/>
        <dsp:cNvSpPr/>
      </dsp:nvSpPr>
      <dsp:spPr>
        <a:xfrm>
          <a:off x="0" y="4847411"/>
          <a:ext cx="5000124" cy="605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[9] Low Voltage and Low Power in SRAM Read and Write Assist Techniques - IJSTE.</a:t>
          </a:r>
        </a:p>
      </dsp:txBody>
      <dsp:txXfrm>
        <a:off x="0" y="4847411"/>
        <a:ext cx="5000124" cy="605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06CD5-B027-418B-AE09-B1F96370AECA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4E0BE-E866-44EC-A3EB-0A4D38E50F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58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4E0BE-E866-44EC-A3EB-0A4D38E50F3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7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D0D6D3E-D7F9-4591-9CA9-DDF4DB1F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6979" y="1012536"/>
            <a:ext cx="3459975" cy="3163224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600"/>
              <a:t>HIGH PERFORMANCE SRAM DESIGN FOR ENERGY EFFICIENT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6978" y="4652649"/>
            <a:ext cx="3306171" cy="1192815"/>
          </a:xfrm>
        </p:spPr>
        <p:txBody>
          <a:bodyPr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NARALASETTI UMESH SURYA KIRAN - 42130311 (A5)</a:t>
            </a:r>
          </a:p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VADDI UGANDHAR - 42130516 (B3)</a:t>
            </a:r>
          </a:p>
          <a:p>
            <a:pPr algn="l">
              <a:lnSpc>
                <a:spcPct val="90000"/>
              </a:lnSpc>
            </a:pPr>
            <a:endParaRPr lang="en-IN" sz="1050" b="1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Guided by:</a:t>
            </a:r>
          </a:p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Dr. T. RAVI, M.E., Ph.D.</a:t>
            </a:r>
          </a:p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Professor &amp; Head</a:t>
            </a:r>
          </a:p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Dept. of Electronics and Communication Engineering</a:t>
            </a:r>
          </a:p>
          <a:p>
            <a:pPr algn="l">
              <a:lnSpc>
                <a:spcPct val="90000"/>
              </a:lnSpc>
            </a:pPr>
            <a:r>
              <a:rPr lang="en-IN" sz="1050" b="1" dirty="0">
                <a:solidFill>
                  <a:schemeClr val="tx1"/>
                </a:solidFill>
              </a:rPr>
              <a:t>Sathyabama Institute of Science and Technology, Chennai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2502" y="-3"/>
            <a:ext cx="3051498" cy="6858000"/>
          </a:xfrm>
          <a:prstGeom prst="rect">
            <a:avLst/>
          </a:prstGeom>
          <a:gradFill>
            <a:gsLst>
              <a:gs pos="26000">
                <a:srgbClr val="000000"/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2502" y="-3"/>
            <a:ext cx="2708597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6000"/>
                </a:schemeClr>
              </a:gs>
              <a:gs pos="100000">
                <a:srgbClr val="000000">
                  <a:alpha val="52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1305" y="401193"/>
            <a:ext cx="3853890" cy="3051499"/>
          </a:xfrm>
          <a:prstGeom prst="rect">
            <a:avLst/>
          </a:prstGeom>
          <a:gradFill>
            <a:gsLst>
              <a:gs pos="0">
                <a:srgbClr val="000000">
                  <a:alpha val="34000"/>
                </a:srgbClr>
              </a:gs>
              <a:gs pos="96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blue and white striped object&#10;&#10;AI-generated content may be incorrect.">
            <a:extLst>
              <a:ext uri="{FF2B5EF4-FFF2-40B4-BE49-F238E27FC236}">
                <a16:creationId xmlns:a16="http://schemas.microsoft.com/office/drawing/2014/main" id="{42D8E4AB-CA95-1858-CA2A-FB625883E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06" r="27218" b="-2"/>
          <a:stretch>
            <a:fillRect/>
          </a:stretch>
        </p:blipFill>
        <p:spPr>
          <a:xfrm>
            <a:off x="4572000" y="1012536"/>
            <a:ext cx="3567121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A8547C-5EB6-E46D-C795-6A143FA2D1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95A2D4-B068-92F9-6824-C31201F63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34424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D157E3-7AA8-33EC-D76B-EAC621563F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8F6256-299F-C11B-A9B2-B9F929FD9E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36892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39CF3D-0799-1B16-9ACF-FDDDC860CE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B57F78-96C6-5729-E65C-366EF6687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70717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C4EA8-F211-6D4D-501E-E3EBC6C2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42" y="844565"/>
            <a:ext cx="7879842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Literature Survey – Part 1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BC54722-8B23-55B2-AFB0-72ACE9117D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994243"/>
              </p:ext>
            </p:extLst>
          </p:nvPr>
        </p:nvGraphicFramePr>
        <p:xfrm>
          <a:off x="906626" y="1926266"/>
          <a:ext cx="7330749" cy="4357525"/>
        </p:xfrm>
        <a:graphic>
          <a:graphicData uri="http://schemas.openxmlformats.org/drawingml/2006/table">
            <a:tbl>
              <a:tblPr/>
              <a:tblGrid>
                <a:gridCol w="1120664">
                  <a:extLst>
                    <a:ext uri="{9D8B030D-6E8A-4147-A177-3AD203B41FA5}">
                      <a16:colId xmlns:a16="http://schemas.microsoft.com/office/drawing/2014/main" val="3215819709"/>
                    </a:ext>
                  </a:extLst>
                </a:gridCol>
                <a:gridCol w="1556931">
                  <a:extLst>
                    <a:ext uri="{9D8B030D-6E8A-4147-A177-3AD203B41FA5}">
                      <a16:colId xmlns:a16="http://schemas.microsoft.com/office/drawing/2014/main" val="670808077"/>
                    </a:ext>
                  </a:extLst>
                </a:gridCol>
                <a:gridCol w="1505974">
                  <a:extLst>
                    <a:ext uri="{9D8B030D-6E8A-4147-A177-3AD203B41FA5}">
                      <a16:colId xmlns:a16="http://schemas.microsoft.com/office/drawing/2014/main" val="1675375319"/>
                    </a:ext>
                  </a:extLst>
                </a:gridCol>
                <a:gridCol w="1564770">
                  <a:extLst>
                    <a:ext uri="{9D8B030D-6E8A-4147-A177-3AD203B41FA5}">
                      <a16:colId xmlns:a16="http://schemas.microsoft.com/office/drawing/2014/main" val="818818652"/>
                    </a:ext>
                  </a:extLst>
                </a:gridCol>
                <a:gridCol w="1582410">
                  <a:extLst>
                    <a:ext uri="{9D8B030D-6E8A-4147-A177-3AD203B41FA5}">
                      <a16:colId xmlns:a16="http://schemas.microsoft.com/office/drawing/2014/main" val="2126363360"/>
                    </a:ext>
                  </a:extLst>
                </a:gridCol>
              </a:tblGrid>
              <a:tr h="36500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S.No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Title &amp; Year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Author(s)</a:t>
                      </a:r>
                      <a:endParaRPr lang="en-I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Contribution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Inference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519137"/>
                  </a:ext>
                </a:extLst>
              </a:tr>
              <a:tr h="160679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1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Low-Power Variation-Tolerant 7T SRAM With Enhanced Read Sensing Margin for Voltage Scaling (2024)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R. S. Shreedhar et al.</a:t>
                      </a:r>
                      <a:endParaRPr lang="da-DK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Proposed 7T SRAM for voltage scaling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Improved SNM but slow read speed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256834"/>
                  </a:ext>
                </a:extLst>
              </a:tr>
              <a:tr h="160679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2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PMOS read-port 8T SRAM cell with optimized leakage power and enhanced performance (2023)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da-DK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M. I. Shakil et al.</a:t>
                      </a:r>
                      <a:endParaRPr lang="da-DK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PMOS read port for leakage reduction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Needs precharge, larger area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761578"/>
                  </a:ext>
                </a:extLst>
              </a:tr>
              <a:tr h="77893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3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SRAM read and write assist apparatus (2023)</a:t>
                      </a:r>
                      <a:endParaRPr lang="en-US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US Patent US8630132B2</a:t>
                      </a:r>
                      <a:endParaRPr lang="en-IN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Assist circuits for read/write stability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Adds complexity and power</a:t>
                      </a:r>
                      <a:endParaRPr lang="en-IN" sz="2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889" marR="112889" marT="56445" marB="56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844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56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F98197-47CC-F77A-C863-1D9AB91F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316" y="757154"/>
            <a:ext cx="7879842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Literature Survey – Part 2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A4780A-B5F0-C84F-7E21-2321E7FE3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9470525"/>
              </p:ext>
            </p:extLst>
          </p:nvPr>
        </p:nvGraphicFramePr>
        <p:xfrm>
          <a:off x="628650" y="2118356"/>
          <a:ext cx="7886702" cy="3973346"/>
        </p:xfrm>
        <a:graphic>
          <a:graphicData uri="http://schemas.openxmlformats.org/drawingml/2006/table">
            <a:tbl>
              <a:tblPr firstRow="1" bandRow="1"/>
              <a:tblGrid>
                <a:gridCol w="1247251">
                  <a:extLst>
                    <a:ext uri="{9D8B030D-6E8A-4147-A177-3AD203B41FA5}">
                      <a16:colId xmlns:a16="http://schemas.microsoft.com/office/drawing/2014/main" val="329077348"/>
                    </a:ext>
                  </a:extLst>
                </a:gridCol>
                <a:gridCol w="1675417">
                  <a:extLst>
                    <a:ext uri="{9D8B030D-6E8A-4147-A177-3AD203B41FA5}">
                      <a16:colId xmlns:a16="http://schemas.microsoft.com/office/drawing/2014/main" val="1910744818"/>
                    </a:ext>
                  </a:extLst>
                </a:gridCol>
                <a:gridCol w="1654678">
                  <a:extLst>
                    <a:ext uri="{9D8B030D-6E8A-4147-A177-3AD203B41FA5}">
                      <a16:colId xmlns:a16="http://schemas.microsoft.com/office/drawing/2014/main" val="3283959794"/>
                    </a:ext>
                  </a:extLst>
                </a:gridCol>
                <a:gridCol w="1654678">
                  <a:extLst>
                    <a:ext uri="{9D8B030D-6E8A-4147-A177-3AD203B41FA5}">
                      <a16:colId xmlns:a16="http://schemas.microsoft.com/office/drawing/2014/main" val="538228648"/>
                    </a:ext>
                  </a:extLst>
                </a:gridCol>
                <a:gridCol w="1654678">
                  <a:extLst>
                    <a:ext uri="{9D8B030D-6E8A-4147-A177-3AD203B41FA5}">
                      <a16:colId xmlns:a16="http://schemas.microsoft.com/office/drawing/2014/main" val="1250273353"/>
                    </a:ext>
                  </a:extLst>
                </a:gridCol>
              </a:tblGrid>
              <a:tr h="41089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S.No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Title &amp; Year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Author(s)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Contribution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Inference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768652"/>
                  </a:ext>
                </a:extLst>
              </a:tr>
              <a:tr h="134280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4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replica technique for word line and sense control (2023)</a:t>
                      </a:r>
                      <a:endParaRPr lang="en-US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R. Rajsuman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Replica column for timing optimization</a:t>
                      </a:r>
                      <a:endParaRPr lang="en-US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Improves reliability but increases complexity</a:t>
                      </a:r>
                      <a:endParaRPr lang="en-US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535446"/>
                  </a:ext>
                </a:extLst>
              </a:tr>
              <a:tr h="110982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5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Design and Analysis of Fast Low Power SRAMs (2023)</a:t>
                      </a:r>
                      <a:endParaRPr lang="en-US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B. Amrutur, M. Horowitz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Optimized low-power SRAM design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Needs complex control circuits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113621"/>
                  </a:ext>
                </a:extLst>
              </a:tr>
              <a:tr h="110982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6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Multi-stage dual replica bit-line delay technique (2023)</a:t>
                      </a:r>
                      <a:endParaRPr lang="en-US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Z. Liu et al.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Timing for low-voltage sensing</a:t>
                      </a:r>
                      <a:endParaRPr lang="en-IN" sz="250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Area overhead, complexity</a:t>
                      </a:r>
                      <a:endParaRPr lang="en-IN" sz="2500" dirty="0">
                        <a:effectLst/>
                      </a:endParaRPr>
                    </a:p>
                  </a:txBody>
                  <a:tcPr marL="127079" marR="127079" marT="63540" marB="6354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844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844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8C5BC-17BA-8F52-5D9B-F1B21A18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6950"/>
            <a:ext cx="7879842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Literature Survey – Part 3</a:t>
            </a:r>
            <a:endParaRPr kumimoji="0" lang="en-US" altLang="en-US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ED41071-7A68-CE89-E30A-ECC0EC9FA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323464"/>
              </p:ext>
            </p:extLst>
          </p:nvPr>
        </p:nvGraphicFramePr>
        <p:xfrm>
          <a:off x="737715" y="1926266"/>
          <a:ext cx="7668572" cy="4357526"/>
        </p:xfrm>
        <a:graphic>
          <a:graphicData uri="http://schemas.openxmlformats.org/drawingml/2006/table">
            <a:tbl>
              <a:tblPr firstRow="1" bandRow="1"/>
              <a:tblGrid>
                <a:gridCol w="1163228">
                  <a:extLst>
                    <a:ext uri="{9D8B030D-6E8A-4147-A177-3AD203B41FA5}">
                      <a16:colId xmlns:a16="http://schemas.microsoft.com/office/drawing/2014/main" val="2953913409"/>
                    </a:ext>
                  </a:extLst>
                </a:gridCol>
                <a:gridCol w="1661315">
                  <a:extLst>
                    <a:ext uri="{9D8B030D-6E8A-4147-A177-3AD203B41FA5}">
                      <a16:colId xmlns:a16="http://schemas.microsoft.com/office/drawing/2014/main" val="1138265495"/>
                    </a:ext>
                  </a:extLst>
                </a:gridCol>
                <a:gridCol w="1636624">
                  <a:extLst>
                    <a:ext uri="{9D8B030D-6E8A-4147-A177-3AD203B41FA5}">
                      <a16:colId xmlns:a16="http://schemas.microsoft.com/office/drawing/2014/main" val="43082674"/>
                    </a:ext>
                  </a:extLst>
                </a:gridCol>
                <a:gridCol w="1611933">
                  <a:extLst>
                    <a:ext uri="{9D8B030D-6E8A-4147-A177-3AD203B41FA5}">
                      <a16:colId xmlns:a16="http://schemas.microsoft.com/office/drawing/2014/main" val="4205902228"/>
                    </a:ext>
                  </a:extLst>
                </a:gridCol>
                <a:gridCol w="1595472">
                  <a:extLst>
                    <a:ext uri="{9D8B030D-6E8A-4147-A177-3AD203B41FA5}">
                      <a16:colId xmlns:a16="http://schemas.microsoft.com/office/drawing/2014/main" val="2198885860"/>
                    </a:ext>
                  </a:extLst>
                </a:gridCol>
              </a:tblGrid>
              <a:tr h="38321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S.No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Title &amp; Year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Author(s)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Contribution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Inference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299878"/>
                  </a:ext>
                </a:extLst>
              </a:tr>
              <a:tr h="1469628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7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 Reconfigurable Replica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Bitline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 to Determine Optimum SRAM Sense Amplifier Set Time (2022)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P. Panigrahi et al.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Adaptive sensing for timing optimization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Accurate but adds hardware complexity</a:t>
                      </a:r>
                      <a:endParaRPr lang="en-US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239460"/>
                  </a:ext>
                </a:extLst>
              </a:tr>
              <a:tr h="12523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8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On the Efficacy of Write-Assist Techniques in Low Voltage Nanoscale SRAMs (2021)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K. Takeda et al.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Evaluates write-assist techniques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Improves write margin but power penalty</a:t>
                      </a:r>
                      <a:endParaRPr lang="en-US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418734"/>
                  </a:ext>
                </a:extLst>
              </a:tr>
              <a:tr h="12523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9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Low Voltage and Low Power in SRAM Read and Write Assist Techniques (2021)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M. Kumar et al.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Comparison of assist schemes</a:t>
                      </a:r>
                      <a:endParaRPr lang="en-IN" sz="230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oogle Sans Text"/>
                        </a:rPr>
                        <a:t>Adds energy and design complexity</a:t>
                      </a:r>
                      <a:endParaRPr lang="en-US" sz="2300" dirty="0">
                        <a:effectLst/>
                      </a:endParaRPr>
                    </a:p>
                  </a:txBody>
                  <a:tcPr marL="118518" marR="118518" marT="59259" marB="5925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267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77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88FA82-31F6-1D8C-0AC3-38A67BE4798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PROBLEM DEFINITION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45BE31-0BB1-28D9-1C9F-F08ACF6F9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18217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OBJECTIVES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52C62B4-9169-1A0C-668D-8890391E8D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07348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2EFF44-EC73-F77F-48EB-A55C93841C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EXISTING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7B138B-E6D3-0CF7-20FB-921D124CE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574189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/>
              <a:t>PROPOSED SYSTEM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dirty="0"/>
              <a:t>• Base: 7T SRAM for low power and variation tolerance.</a:t>
            </a:r>
            <a:endParaRPr lang="en-IN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• Add Dynamic Read Assist:</a:t>
            </a:r>
            <a:endParaRPr lang="en-IN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  - Boost read speed by ~40% at low voltage.</a:t>
            </a:r>
            <a:endParaRPr lang="en-IN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• Add Adaptive Refresh in small SRAM array:</a:t>
            </a:r>
            <a:endParaRPr lang="en-IN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  - Reduce standby leakage by ~90%.</a:t>
            </a:r>
            <a:endParaRPr lang="en-IN" dirty="0"/>
          </a:p>
          <a:p>
            <a:pPr marL="0" indent="0">
              <a:lnSpc>
                <a:spcPct val="90000"/>
              </a:lnSpc>
              <a:buNone/>
            </a:pPr>
            <a:r>
              <a:rPr dirty="0"/>
              <a:t>• Target: Reliable operation at 0.35V with energy efficiency.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BADAA0-265E-9D3B-68BA-418E7978F8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977" y="1109926"/>
            <a:ext cx="7354430" cy="5016238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C7551D-A76D-A10A-7054-F54DC05CE1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593310"/>
              </p:ext>
            </p:extLst>
          </p:nvPr>
        </p:nvGraphicFramePr>
        <p:xfrm>
          <a:off x="293299" y="802257"/>
          <a:ext cx="8583282" cy="554678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814616">
                  <a:extLst>
                    <a:ext uri="{9D8B030D-6E8A-4147-A177-3AD203B41FA5}">
                      <a16:colId xmlns:a16="http://schemas.microsoft.com/office/drawing/2014/main" val="1499476120"/>
                    </a:ext>
                  </a:extLst>
                </a:gridCol>
                <a:gridCol w="2087559">
                  <a:extLst>
                    <a:ext uri="{9D8B030D-6E8A-4147-A177-3AD203B41FA5}">
                      <a16:colId xmlns:a16="http://schemas.microsoft.com/office/drawing/2014/main" val="3147456073"/>
                    </a:ext>
                  </a:extLst>
                </a:gridCol>
                <a:gridCol w="2000909">
                  <a:extLst>
                    <a:ext uri="{9D8B030D-6E8A-4147-A177-3AD203B41FA5}">
                      <a16:colId xmlns:a16="http://schemas.microsoft.com/office/drawing/2014/main" val="191797753"/>
                    </a:ext>
                  </a:extLst>
                </a:gridCol>
                <a:gridCol w="2680198">
                  <a:extLst>
                    <a:ext uri="{9D8B030D-6E8A-4147-A177-3AD203B41FA5}">
                      <a16:colId xmlns:a16="http://schemas.microsoft.com/office/drawing/2014/main" val="4042821877"/>
                    </a:ext>
                  </a:extLst>
                </a:gridCol>
              </a:tblGrid>
              <a:tr h="41551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500" b="0">
                          <a:effectLst/>
                        </a:rPr>
                        <a:t>Parameter</a:t>
                      </a:r>
                    </a:p>
                  </a:txBody>
                  <a:tcPr marL="75163" marR="75163" marT="37582" marB="3758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500" b="0">
                          <a:effectLst/>
                        </a:rPr>
                        <a:t>6T SRAM</a:t>
                      </a:r>
                    </a:p>
                  </a:txBody>
                  <a:tcPr marL="75163" marR="75163" marT="37582" marB="3758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500" b="0">
                          <a:effectLst/>
                        </a:rPr>
                        <a:t>7T SRAM</a:t>
                      </a:r>
                    </a:p>
                  </a:txBody>
                  <a:tcPr marL="75163" marR="75163" marT="37582" marB="37582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IN" sz="1500" b="0">
                          <a:effectLst/>
                        </a:rPr>
                        <a:t>Comments</a:t>
                      </a:r>
                    </a:p>
                  </a:txBody>
                  <a:tcPr marL="75163" marR="75163" marT="37582" marB="37582"/>
                </a:tc>
                <a:extLst>
                  <a:ext uri="{0D108BD9-81ED-4DB2-BD59-A6C34878D82A}">
                    <a16:rowId xmlns:a16="http://schemas.microsoft.com/office/drawing/2014/main" val="2287963981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Transfer Curve Shape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Steep switching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Steep switching, slightly smoother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Both show cross-coupled inverter behavior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3879310996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Butterfly Curve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Standard symmetrical butterfly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Similar but with slight asymmetry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Indicates static noise margin and symmetry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352509919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Static Noise Margin (SNM)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Visual: ~0.60–0.70V box (from butterfly)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Visual: ~0.70–0.80V box (from butterfly)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7T shows slightly better SNM (wider squares)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702291924"/>
                  </a:ext>
                </a:extLst>
              </a:tr>
              <a:tr h="97118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Inverter Slope (Q/QB vs V&lt;sub&gt;in&lt;/sub&gt;)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Crossover near 0.9V, sharp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 dirty="0">
                          <a:effectLst/>
                        </a:rPr>
                        <a:t>Crossover near 0.9V, appears slightly more gradual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Both cells switch around same point; 7T may offer smoother transition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3766332590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Write Margin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Standard (from normal inverters)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Appears improved (flatter tail region)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7T may allow easier overwriting in weak condition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1925039751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Read Disturb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Typical (do not see heavy offset)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Flatter in low region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>
                          <a:effectLst/>
                        </a:rPr>
                        <a:t>7T may offer better read stability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820479305"/>
                  </a:ext>
                </a:extLst>
              </a:tr>
              <a:tr h="69334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 b="0">
                          <a:effectLst/>
                        </a:rPr>
                        <a:t>Hysteresis / Loop Area</a:t>
                      </a:r>
                      <a:endParaRPr lang="en-IN" sz="1500">
                        <a:effectLst/>
                      </a:endParaRP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Moderate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500">
                          <a:effectLst/>
                        </a:rPr>
                        <a:t>Slightly larger</a:t>
                      </a:r>
                    </a:p>
                  </a:txBody>
                  <a:tcPr marL="75163" marR="75163" marT="37582" marB="3758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500" dirty="0">
                          <a:effectLst/>
                        </a:rPr>
                        <a:t>7T's butterfly curve area is slightly increased</a:t>
                      </a:r>
                    </a:p>
                  </a:txBody>
                  <a:tcPr marL="75163" marR="75163" marT="37582" marB="37582" anchor="ctr"/>
                </a:tc>
                <a:extLst>
                  <a:ext uri="{0D108BD9-81ED-4DB2-BD59-A6C34878D82A}">
                    <a16:rowId xmlns:a16="http://schemas.microsoft.com/office/drawing/2014/main" val="3056000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465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C1312-3CA5-5C9D-9CAE-30A31CE2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CIRCUIT DIAGRAMS </a:t>
            </a:r>
          </a:p>
        </p:txBody>
      </p:sp>
      <p:pic>
        <p:nvPicPr>
          <p:cNvPr id="5" name="Content Placeholder 4" descr="A computer screen shot of a computer network&#10;&#10;AI-generated content may be incorrect.">
            <a:extLst>
              <a:ext uri="{FF2B5EF4-FFF2-40B4-BE49-F238E27FC236}">
                <a16:creationId xmlns:a16="http://schemas.microsoft.com/office/drawing/2014/main" id="{7DF1406F-1C17-746C-0D60-F28183C9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1796956"/>
            <a:ext cx="8178799" cy="415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2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780BE-8769-B270-7852-87C75123D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322959"/>
            <a:ext cx="8178799" cy="4212081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03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A94FA-49E9-D5A3-10B2-7940B365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OTPUTS</a:t>
            </a:r>
          </a:p>
        </p:txBody>
      </p:sp>
      <p:pic>
        <p:nvPicPr>
          <p:cNvPr id="17" name="Content Placeholder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9059E45-3B82-0A31-67BF-A973EEE19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2535343"/>
            <a:ext cx="8058150" cy="358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70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014203D-71CE-AF2E-D689-8ECAED9BA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169606"/>
            <a:ext cx="8178799" cy="451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3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 shot of a graph&#10;&#10;AI-generated content may be incorrect.">
            <a:extLst>
              <a:ext uri="{FF2B5EF4-FFF2-40B4-BE49-F238E27FC236}">
                <a16:creationId xmlns:a16="http://schemas.microsoft.com/office/drawing/2014/main" id="{DF6C0DBB-502A-826F-B0EB-6739140F7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1527429"/>
            <a:ext cx="8178799" cy="3803140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0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000">
                <a:solidFill>
                  <a:srgbClr val="FFFFFF"/>
                </a:solidFill>
              </a:rPr>
              <a:t>EXPECTED ADVANTAGES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AEA397-F2F2-9C26-454A-E41841D40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7984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39F48F-A8EF-F154-1476-169B00ADD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65280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Right Double Quote">
            <a:extLst>
              <a:ext uri="{FF2B5EF4-FFF2-40B4-BE49-F238E27FC236}">
                <a16:creationId xmlns:a16="http://schemas.microsoft.com/office/drawing/2014/main" id="{A16843A7-34A8-22F9-F1EC-447813C97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9" name="Graphic 8" descr="Right Double Quote">
            <a:extLst>
              <a:ext uri="{FF2B5EF4-FFF2-40B4-BE49-F238E27FC236}">
                <a16:creationId xmlns:a16="http://schemas.microsoft.com/office/drawing/2014/main" id="{6202B56E-2FD4-4BD9-A5EB-D0FCD3375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1156</Words>
  <Application>Microsoft Office PowerPoint</Application>
  <PresentationFormat>On-screen Show (4:3)</PresentationFormat>
  <Paragraphs>169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Google Sans Text</vt:lpstr>
      <vt:lpstr>Office Theme</vt:lpstr>
      <vt:lpstr>HIGH PERFORMANCE SRAM DESIGN FOR ENERGY EFFICIENT SYSTEMS</vt:lpstr>
      <vt:lpstr>OVERVIEW</vt:lpstr>
      <vt:lpstr>INTRODUCTION</vt:lpstr>
      <vt:lpstr>WORKFLOW</vt:lpstr>
      <vt:lpstr>Literature Survey – Part 1 </vt:lpstr>
      <vt:lpstr>Literature Survey – Part 2 </vt:lpstr>
      <vt:lpstr>Literature Survey – Part 3 </vt:lpstr>
      <vt:lpstr>PROBLEM DEFINITION</vt:lpstr>
      <vt:lpstr>OBJECTIVES</vt:lpstr>
      <vt:lpstr>EXISTING SYSTEM</vt:lpstr>
      <vt:lpstr>PROPOSED SYSTEM</vt:lpstr>
      <vt:lpstr>BLOCK DIAGRAM</vt:lpstr>
      <vt:lpstr>PowerPoint Presentation</vt:lpstr>
      <vt:lpstr>CIRCUIT DIAGRAMS </vt:lpstr>
      <vt:lpstr>PowerPoint Presentation</vt:lpstr>
      <vt:lpstr>OTPUTS</vt:lpstr>
      <vt:lpstr>PowerPoint Presentation</vt:lpstr>
      <vt:lpstr>PowerPoint Presentation</vt:lpstr>
      <vt:lpstr>EXPECTED ADVANTAGES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Naralasetti Umesh Surya kiran</dc:creator>
  <cp:keywords/>
  <dc:description>generated using python-pptx</dc:description>
  <cp:lastModifiedBy>Naralasetti Umesh Surya kiran</cp:lastModifiedBy>
  <cp:revision>6</cp:revision>
  <dcterms:created xsi:type="dcterms:W3CDTF">2013-01-27T09:14:16Z</dcterms:created>
  <dcterms:modified xsi:type="dcterms:W3CDTF">2025-08-21T16:23:08Z</dcterms:modified>
  <cp:category/>
</cp:coreProperties>
</file>